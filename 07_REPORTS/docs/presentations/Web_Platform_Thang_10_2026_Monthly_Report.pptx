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0.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52" r:id="rId2"/>
  </p:sldMasterIdLst>
  <p:notesMasterIdLst>
    <p:notesMasterId r:id="rId26"/>
  </p:notesMasterIdLst>
  <p:sldIdLst>
    <p:sldId id="262" r:id="rId9"/>
    <p:sldId id="265" r:id="rId12"/>
    <p:sldId id="267" r:id="rId14"/>
    <p:sldId id="277" r:id="rId25"/>
    <p:sldId id="269" r:id="rId16"/>
    <p:sldId id="270" r:id="rId17"/>
    <p:sldId id="275" r:id="rId22"/>
    <p:sldId id="276" r:id="rId23"/>
  </p:sldIdLst>
  <p:sldSz cx="9144000" cy="5143500" type="screen16x9"/>
  <p:notesSz cx="5143500" cy="9144000"/>
  <p:embeddedFontLst>
    <p:embeddedFont>
      <p:font typeface="Inter" panose="020B0604020202020204" charset="0"/>
      <p:regular r:id="rId27"/>
      <p:bold r:id="rId28"/>
      <p:italic r:id="rId29"/>
      <p:boldItalic r:id="rId30"/>
    </p:embeddedFont>
    <p:embeddedFont>
      <p:font typeface="Inter SemiBold" panose="020B0604020202020204" charset="0"/>
      <p:regular r:id="rId31"/>
      <p:bold r:id="rId32"/>
      <p:italic r:id="rId33"/>
      <p:boldItalic r:id="rId34"/>
    </p:embeddedFont>
    <p:embeddedFont>
      <p:font typeface="Inter Tight" panose="020B0604020202020204" charset="0"/>
      <p:regular r:id="rId35"/>
      <p:bold r:id="rId36"/>
      <p:italic r:id="rId37"/>
      <p:boldItalic r:id="rId38"/>
    </p:embeddedFont>
    <p:embeddedFont>
      <p:font typeface="Momo Trust Display" panose="020B0604020202020204" charset="0"/>
      <p:regular r:id="rId39"/>
    </p:embeddedFont>
    <p:embeddedFont>
      <p:font typeface="Momo Trust Sans" panose="020B0604020202020204" charset="0"/>
      <p:regular r:id="rId40"/>
      <p:bold r:id="rId41"/>
    </p:embeddedFont>
    <p:embeddedFont>
      <p:font typeface="Momo Trust Sans SemiBold" panose="020B0604020202020204" charset="0"/>
      <p:regular r:id="rId42"/>
      <p:bold r:id="rId4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7" roundtripDataSignature="AMtx7mg9aMRGqxliLC/9/bTCfiAzxGwcQg=="/>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E4150D1B-22CA-4B41-9D43-DA15F05A9917}">
  <a:tblStyle styleId="{E4150D1B-22CA-4B41-9D43-DA15F05A9917}"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p:scale>
          <a:sx n="100" d="100"/>
          <a:sy n="100" d="100"/>
        </p:scale>
        <p:origin x="300"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9" Type="http://schemas.openxmlformats.org/officeDocument/2006/relationships/slide" Target="slides/slide7.xml"/><Relationship Id="rId12" Type="http://schemas.openxmlformats.org/officeDocument/2006/relationships/slide" Target="slides/slide10.xml"/><Relationship Id="rId14" Type="http://schemas.openxmlformats.org/officeDocument/2006/relationships/slide" Target="slides/slide12.xml"/><Relationship Id="rId16" Type="http://schemas.openxmlformats.org/officeDocument/2006/relationships/slide" Target="slides/slide14.xml"/><Relationship Id="rId17" Type="http://schemas.openxmlformats.org/officeDocument/2006/relationships/slide" Target="slides/slide15.xml"/><Relationship Id="rId22" Type="http://schemas.openxmlformats.org/officeDocument/2006/relationships/slide" Target="slides/slide20.xml"/><Relationship Id="rId23" Type="http://schemas.openxmlformats.org/officeDocument/2006/relationships/slide" Target="slides/slide21.xml"/><Relationship Id="rId25" Type="http://schemas.openxmlformats.org/officeDocument/2006/relationships/slide" Target="slides/slide8.xml"/><Relationship Id="rId26" Type="http://schemas.openxmlformats.org/officeDocument/2006/relationships/notesMaster" Target="notesMasters/notesMaster1.xml"/><Relationship Id="rId27" Type="http://schemas.openxmlformats.org/officeDocument/2006/relationships/font" Target="fonts/font1.fntdata"/><Relationship Id="rId28" Type="http://schemas.openxmlformats.org/officeDocument/2006/relationships/font" Target="fonts/font2.fntdata"/><Relationship Id="rId29" Type="http://schemas.openxmlformats.org/officeDocument/2006/relationships/font" Target="fonts/font3.fntdata"/><Relationship Id="rId30" Type="http://schemas.openxmlformats.org/officeDocument/2006/relationships/font" Target="fonts/font4.fntdata"/><Relationship Id="rId31" Type="http://schemas.openxmlformats.org/officeDocument/2006/relationships/font" Target="fonts/font5.fntdata"/><Relationship Id="rId32" Type="http://schemas.openxmlformats.org/officeDocument/2006/relationships/font" Target="fonts/font6.fntdata"/><Relationship Id="rId33" Type="http://schemas.openxmlformats.org/officeDocument/2006/relationships/font" Target="fonts/font7.fntdata"/><Relationship Id="rId34" Type="http://schemas.openxmlformats.org/officeDocument/2006/relationships/font" Target="fonts/font8.fntdata"/><Relationship Id="rId35" Type="http://schemas.openxmlformats.org/officeDocument/2006/relationships/font" Target="fonts/font9.fntdata"/><Relationship Id="rId36" Type="http://schemas.openxmlformats.org/officeDocument/2006/relationships/font" Target="fonts/font10.fntdata"/><Relationship Id="rId37" Type="http://schemas.openxmlformats.org/officeDocument/2006/relationships/font" Target="fonts/font11.fntdata"/><Relationship Id="rId38" Type="http://schemas.openxmlformats.org/officeDocument/2006/relationships/font" Target="fonts/font12.fntdata"/><Relationship Id="rId39" Type="http://schemas.openxmlformats.org/officeDocument/2006/relationships/font" Target="fonts/font13.fntdata"/><Relationship Id="rId40" Type="http://schemas.openxmlformats.org/officeDocument/2006/relationships/font" Target="fonts/font14.fntdata"/><Relationship Id="rId41" Type="http://schemas.openxmlformats.org/officeDocument/2006/relationships/font" Target="fonts/font15.fntdata"/><Relationship Id="rId42" Type="http://schemas.openxmlformats.org/officeDocument/2006/relationships/font" Target="fonts/font16.fntdata"/><Relationship Id="rId43" Type="http://schemas.openxmlformats.org/officeDocument/2006/relationships/font" Target="fonts/font17.fntdata"/><Relationship Id="rId47" Type="http://customschemas.google.com/relationships/presentationmetadata" Target="metadata"/><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9"/>
        <p:cNvGrpSpPr/>
        <p:nvPr/>
      </p:nvGrpSpPr>
      <p:grpSpPr>
        <a:xfrm>
          <a:off x="0" y="0"/>
          <a:ext cx="0" cy="0"/>
          <a:chOff x="0" y="0"/>
          <a:chExt cx="0" cy="0"/>
        </a:xfrm>
      </p:grpSpPr>
      <p:sp>
        <p:nvSpPr>
          <p:cNvPr id="300" name="Google Shape;300;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01" name="Google Shape;301;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2" name="Google Shape;302;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7"/>
        <p:cNvGrpSpPr/>
        <p:nvPr/>
      </p:nvGrpSpPr>
      <p:grpSpPr>
        <a:xfrm>
          <a:off x="0" y="0"/>
          <a:ext cx="0" cy="0"/>
          <a:chOff x="0" y="0"/>
          <a:chExt cx="0" cy="0"/>
        </a:xfrm>
      </p:grpSpPr>
      <p:sp>
        <p:nvSpPr>
          <p:cNvPr id="338" name="Google Shape;338;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39" name="Google Shape;339;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0" name="Google Shape;340;p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75" name="Google Shape;375;p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6" name="Google Shape;376;p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12</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3"/>
        <p:cNvGrpSpPr/>
        <p:nvPr/>
      </p:nvGrpSpPr>
      <p:grpSpPr>
        <a:xfrm>
          <a:off x="0" y="0"/>
          <a:ext cx="0" cy="0"/>
          <a:chOff x="0" y="0"/>
          <a:chExt cx="0" cy="0"/>
        </a:xfrm>
      </p:grpSpPr>
      <p:sp>
        <p:nvSpPr>
          <p:cNvPr id="414" name="Google Shape;414;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15" name="Google Shape;415;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6" name="Google Shape;416;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14</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5"/>
        <p:cNvGrpSpPr/>
        <p:nvPr/>
      </p:nvGrpSpPr>
      <p:grpSpPr>
        <a:xfrm>
          <a:off x="0" y="0"/>
          <a:ext cx="0" cy="0"/>
          <a:chOff x="0" y="0"/>
          <a:chExt cx="0" cy="0"/>
        </a:xfrm>
      </p:grpSpPr>
      <p:sp>
        <p:nvSpPr>
          <p:cNvPr id="436" name="Google Shape;436;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37" name="Google Shape;437;p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38" name="Google Shape;438;p7: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15</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3"/>
        <p:cNvGrpSpPr/>
        <p:nvPr/>
      </p:nvGrpSpPr>
      <p:grpSpPr>
        <a:xfrm>
          <a:off x="0" y="0"/>
          <a:ext cx="0" cy="0"/>
          <a:chOff x="0" y="0"/>
          <a:chExt cx="0" cy="0"/>
        </a:xfrm>
      </p:grpSpPr>
      <p:sp>
        <p:nvSpPr>
          <p:cNvPr id="574" name="Google Shape;574;p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75" name="Google Shape;575;p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76" name="Google Shape;576;p9: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20</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6"/>
        <p:cNvGrpSpPr/>
        <p:nvPr/>
      </p:nvGrpSpPr>
      <p:grpSpPr>
        <a:xfrm>
          <a:off x="0" y="0"/>
          <a:ext cx="0" cy="0"/>
          <a:chOff x="0" y="0"/>
          <a:chExt cx="0" cy="0"/>
        </a:xfrm>
      </p:grpSpPr>
      <p:sp>
        <p:nvSpPr>
          <p:cNvPr id="597" name="Google Shape;597;h19034d514f5d6f97_0_2164:notes"/>
          <p:cNvSpPr>
            <a:spLocks noGrp="1" noRot="1" noChangeAspect="1"/>
          </p:cNvSpPr>
          <p:nvPr>
            <p:ph type="sldImg" idx="2"/>
          </p:nvPr>
        </p:nvSpPr>
        <p:spPr>
          <a:xfrm>
            <a:off x="51435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98" name="Google Shape;598;h19034d514f5d6f97_0_2164:notes"/>
          <p:cNvSpPr txBox="1">
            <a:spLocks noGrp="1"/>
          </p:cNvSpPr>
          <p:nvPr>
            <p:ph type="body" idx="1"/>
          </p:nvPr>
        </p:nvSpPr>
        <p:spPr>
          <a:xfrm>
            <a:off x="514350" y="3300413"/>
            <a:ext cx="4114800" cy="2700600"/>
          </a:xfrm>
          <a:prstGeom prst="rect">
            <a:avLst/>
          </a:prstGeom>
          <a:noFill/>
          <a:ln>
            <a:noFill/>
          </a:ln>
        </p:spPr>
        <p:txBody>
          <a:bodyPr spcFirstLastPara="1" wrap="square" lIns="68575" tIns="34275" rIns="68575" bIns="34275" anchor="t" anchorCtr="0">
            <a:noAutofit/>
          </a:bodyPr>
          <a:lstStyle/>
          <a:p>
            <a:pPr marL="0" lvl="0" indent="0" algn="l" rtl="0">
              <a:spcBef>
                <a:spcPts val="0"/>
              </a:spcBef>
              <a:spcAft>
                <a:spcPts val="0"/>
              </a:spcAft>
              <a:buNone/>
            </a:pPr>
            <a:endParaRPr/>
          </a:p>
        </p:txBody>
      </p:sp>
      <p:sp>
        <p:nvSpPr>
          <p:cNvPr id="599" name="Google Shape;599;h19034d514f5d6f97_0_2164:notes"/>
          <p:cNvSpPr txBox="1">
            <a:spLocks noGrp="1"/>
          </p:cNvSpPr>
          <p:nvPr>
            <p:ph type="sldNum" idx="12"/>
          </p:nvPr>
        </p:nvSpPr>
        <p:spPr>
          <a:xfrm>
            <a:off x="2913460" y="6513910"/>
            <a:ext cx="2229000" cy="344100"/>
          </a:xfrm>
          <a:prstGeom prst="rect">
            <a:avLst/>
          </a:prstGeom>
          <a:noFill/>
          <a:ln>
            <a:noFill/>
          </a:ln>
        </p:spPr>
        <p:txBody>
          <a:bodyPr spcFirstLastPara="1" wrap="square" lIns="68575" tIns="34275" rIns="68575" bIns="34275" anchor="b" anchorCtr="0">
            <a:noAutofit/>
          </a:bodyPr>
          <a:lstStyle/>
          <a:p>
            <a:pPr marL="0" lvl="0" indent="0" algn="r" rtl="0">
              <a:spcBef>
                <a:spcPts val="0"/>
              </a:spcBef>
              <a:spcAft>
                <a:spcPts val="0"/>
              </a:spcAft>
              <a:buNone/>
            </a:pPr>
            <a:fld id="{00000000-1234-1234-1234-123412341234}" type="slidenum">
              <a:rPr lang="en-US"/>
              <a:t>21</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9.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0.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1.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2.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3.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Bố cục tùy chỉnh 2">
  <p:cSld name="CUSTOM_1">
    <p:spTree>
      <p:nvGrpSpPr>
        <p:cNvPr id="1" name="Shape 11"/>
        <p:cNvGrpSpPr/>
        <p:nvPr/>
      </p:nvGrpSpPr>
      <p:grpSpPr>
        <a:xfrm>
          <a:off x="0" y="0"/>
          <a:ext cx="0" cy="0"/>
          <a:chOff x="0" y="0"/>
          <a:chExt cx="0" cy="0"/>
        </a:xfrm>
      </p:grpSpPr>
      <p:sp>
        <p:nvSpPr>
          <p:cNvPr id="12" name="Google Shape;12;h19034d514f5d6f97_0_128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SzPts val="1400"/>
              <a:buNone/>
              <a:defRPr/>
            </a:lvl1pPr>
            <a:lvl2pPr lvl="1">
              <a:spcBef>
                <a:spcPts val="0"/>
              </a:spcBef>
              <a:spcAft>
                <a:spcPts val="0"/>
              </a:spcAft>
              <a:buSzPts val="1400"/>
              <a:buFont typeface="Inter"/>
              <a:buNone/>
              <a:defRPr>
                <a:latin typeface="Inter"/>
                <a:ea typeface="Inter"/>
                <a:cs typeface="Inter"/>
                <a:sym typeface="Inter"/>
              </a:defRPr>
            </a:lvl2pPr>
            <a:lvl3pPr lvl="2">
              <a:spcBef>
                <a:spcPts val="0"/>
              </a:spcBef>
              <a:spcAft>
                <a:spcPts val="0"/>
              </a:spcAft>
              <a:buSzPts val="1400"/>
              <a:buFont typeface="Inter"/>
              <a:buNone/>
              <a:defRPr>
                <a:latin typeface="Inter"/>
                <a:ea typeface="Inter"/>
                <a:cs typeface="Inter"/>
                <a:sym typeface="Inter"/>
              </a:defRPr>
            </a:lvl3pPr>
            <a:lvl4pPr lvl="3">
              <a:spcBef>
                <a:spcPts val="0"/>
              </a:spcBef>
              <a:spcAft>
                <a:spcPts val="0"/>
              </a:spcAft>
              <a:buSzPts val="1400"/>
              <a:buFont typeface="Inter"/>
              <a:buNone/>
              <a:defRPr>
                <a:latin typeface="Inter"/>
                <a:ea typeface="Inter"/>
                <a:cs typeface="Inter"/>
                <a:sym typeface="Inter"/>
              </a:defRPr>
            </a:lvl4pPr>
            <a:lvl5pPr lvl="4">
              <a:spcBef>
                <a:spcPts val="0"/>
              </a:spcBef>
              <a:spcAft>
                <a:spcPts val="0"/>
              </a:spcAft>
              <a:buSzPts val="1400"/>
              <a:buFont typeface="Inter"/>
              <a:buNone/>
              <a:defRPr>
                <a:latin typeface="Inter"/>
                <a:ea typeface="Inter"/>
                <a:cs typeface="Inter"/>
                <a:sym typeface="Inter"/>
              </a:defRPr>
            </a:lvl5pPr>
            <a:lvl6pPr lvl="5">
              <a:spcBef>
                <a:spcPts val="0"/>
              </a:spcBef>
              <a:spcAft>
                <a:spcPts val="0"/>
              </a:spcAft>
              <a:buSzPts val="1400"/>
              <a:buFont typeface="Inter"/>
              <a:buNone/>
              <a:defRPr>
                <a:latin typeface="Inter"/>
                <a:ea typeface="Inter"/>
                <a:cs typeface="Inter"/>
                <a:sym typeface="Inter"/>
              </a:defRPr>
            </a:lvl6pPr>
            <a:lvl7pPr lvl="6">
              <a:spcBef>
                <a:spcPts val="0"/>
              </a:spcBef>
              <a:spcAft>
                <a:spcPts val="0"/>
              </a:spcAft>
              <a:buSzPts val="1400"/>
              <a:buFont typeface="Inter"/>
              <a:buNone/>
              <a:defRPr>
                <a:latin typeface="Inter"/>
                <a:ea typeface="Inter"/>
                <a:cs typeface="Inter"/>
                <a:sym typeface="Inter"/>
              </a:defRPr>
            </a:lvl7pPr>
            <a:lvl8pPr lvl="7">
              <a:spcBef>
                <a:spcPts val="0"/>
              </a:spcBef>
              <a:spcAft>
                <a:spcPts val="0"/>
              </a:spcAft>
              <a:buSzPts val="1400"/>
              <a:buFont typeface="Inter"/>
              <a:buNone/>
              <a:defRPr>
                <a:latin typeface="Inter"/>
                <a:ea typeface="Inter"/>
                <a:cs typeface="Inter"/>
                <a:sym typeface="Inter"/>
              </a:defRPr>
            </a:lvl8pPr>
            <a:lvl9pPr lvl="8">
              <a:spcBef>
                <a:spcPts val="0"/>
              </a:spcBef>
              <a:spcAft>
                <a:spcPts val="0"/>
              </a:spcAft>
              <a:buSzPts val="1400"/>
              <a:buFont typeface="Inter"/>
              <a:buNone/>
              <a:defRPr>
                <a:latin typeface="Inter"/>
                <a:ea typeface="Inter"/>
                <a:cs typeface="Inter"/>
                <a:sym typeface="Inter"/>
              </a:defRPr>
            </a:lvl9pPr>
          </a:lstStyle>
          <a:p>
            <a:endParaRPr/>
          </a:p>
        </p:txBody>
      </p:sp>
      <p:sp>
        <p:nvSpPr>
          <p:cNvPr id="13" name="Google Shape;13;h19034d514f5d6f97_0_1286"/>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ctr" anchorCtr="0">
            <a:noAutofit/>
          </a:bodyPr>
          <a:lstStyle>
            <a:lvl1pPr marL="457200" lvl="0" indent="-317500">
              <a:spcBef>
                <a:spcPts val="0"/>
              </a:spcBef>
              <a:spcAft>
                <a:spcPts val="0"/>
              </a:spcAft>
              <a:buSzPts val="1400"/>
              <a:buFont typeface="Inter"/>
              <a:buChar char="●"/>
              <a:defRPr>
                <a:latin typeface="Inter"/>
                <a:ea typeface="Inter"/>
                <a:cs typeface="Inter"/>
                <a:sym typeface="Inte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Bank Page with Pattern Background">
  <p:cSld name="CUSTOM_2">
    <p:bg>
      <p:bgPr>
        <a:blipFill>
          <a:blip r:embed="rId2">
            <a:alphaModFix/>
          </a:blip>
          <a:stretch>
            <a:fillRect/>
          </a:stretch>
        </a:blipFill>
        <a:effectLst/>
      </p:bgPr>
    </p:bg>
    <p:spTree>
      <p:nvGrpSpPr>
        <p:cNvPr id="1" name="Shape 14"/>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Pink Cover" type="title">
  <p:cSld name="TITLE">
    <p:bg>
      <p:bgPr>
        <a:blipFill>
          <a:blip r:embed="rId2">
            <a:alphaModFix/>
          </a:blip>
          <a:stretch>
            <a:fillRect/>
          </a:stretch>
        </a:blipFill>
        <a:effectLst/>
      </p:bgPr>
    </p:bg>
    <p:spTree>
      <p:nvGrpSpPr>
        <p:cNvPr id="1" name="Shape 19"/>
        <p:cNvGrpSpPr/>
        <p:nvPr/>
      </p:nvGrpSpPr>
      <p:grpSpPr>
        <a:xfrm>
          <a:off x="0" y="0"/>
          <a:ext cx="0" cy="0"/>
          <a:chOff x="0" y="0"/>
          <a:chExt cx="0" cy="0"/>
        </a:xfrm>
      </p:grpSpPr>
      <p:sp>
        <p:nvSpPr>
          <p:cNvPr id="20" name="Google Shape;20;h19034d514f5d6f97_0_1795"/>
          <p:cNvSpPr txBox="1">
            <a:spLocks noGrp="1"/>
          </p:cNvSpPr>
          <p:nvPr>
            <p:ph type="ctrTitle"/>
          </p:nvPr>
        </p:nvSpPr>
        <p:spPr>
          <a:xfrm>
            <a:off x="670850" y="1621850"/>
            <a:ext cx="5386800" cy="1415700"/>
          </a:xfrm>
          <a:prstGeom prst="rect">
            <a:avLst/>
          </a:prstGeom>
        </p:spPr>
        <p:txBody>
          <a:bodyPr spcFirstLastPara="1" wrap="square" lIns="91425" tIns="91425" rIns="91425" bIns="91425" anchor="t" anchorCtr="0">
            <a:normAutofit/>
          </a:bodyPr>
          <a:lstStyle>
            <a:lvl1pPr lvl="0">
              <a:spcBef>
                <a:spcPts val="0"/>
              </a:spcBef>
              <a:spcAft>
                <a:spcPts val="0"/>
              </a:spcAft>
              <a:buSzPts val="4500"/>
              <a:buNone/>
              <a:defRPr sz="4500"/>
            </a:lvl1pPr>
            <a:lvl2pPr lvl="1">
              <a:spcBef>
                <a:spcPts val="0"/>
              </a:spcBef>
              <a:spcAft>
                <a:spcPts val="0"/>
              </a:spcAft>
              <a:buSzPts val="5200"/>
              <a:buFont typeface="Inter Tight"/>
              <a:buNone/>
              <a:defRPr sz="5200">
                <a:latin typeface="Inter Tight"/>
                <a:ea typeface="Inter Tight"/>
                <a:cs typeface="Inter Tight"/>
                <a:sym typeface="Inter Tight"/>
              </a:defRPr>
            </a:lvl2pPr>
            <a:lvl3pPr lvl="2">
              <a:spcBef>
                <a:spcPts val="0"/>
              </a:spcBef>
              <a:spcAft>
                <a:spcPts val="0"/>
              </a:spcAft>
              <a:buSzPts val="5200"/>
              <a:buFont typeface="Inter Tight"/>
              <a:buNone/>
              <a:defRPr sz="5200">
                <a:latin typeface="Inter Tight"/>
                <a:ea typeface="Inter Tight"/>
                <a:cs typeface="Inter Tight"/>
                <a:sym typeface="Inter Tight"/>
              </a:defRPr>
            </a:lvl3pPr>
            <a:lvl4pPr lvl="3">
              <a:spcBef>
                <a:spcPts val="0"/>
              </a:spcBef>
              <a:spcAft>
                <a:spcPts val="0"/>
              </a:spcAft>
              <a:buSzPts val="5200"/>
              <a:buFont typeface="Inter Tight"/>
              <a:buNone/>
              <a:defRPr sz="5200">
                <a:latin typeface="Inter Tight"/>
                <a:ea typeface="Inter Tight"/>
                <a:cs typeface="Inter Tight"/>
                <a:sym typeface="Inter Tight"/>
              </a:defRPr>
            </a:lvl4pPr>
            <a:lvl5pPr lvl="4">
              <a:spcBef>
                <a:spcPts val="0"/>
              </a:spcBef>
              <a:spcAft>
                <a:spcPts val="0"/>
              </a:spcAft>
              <a:buSzPts val="5200"/>
              <a:buFont typeface="Inter Tight"/>
              <a:buNone/>
              <a:defRPr sz="5200">
                <a:latin typeface="Inter Tight"/>
                <a:ea typeface="Inter Tight"/>
                <a:cs typeface="Inter Tight"/>
                <a:sym typeface="Inter Tight"/>
              </a:defRPr>
            </a:lvl5pPr>
            <a:lvl6pPr lvl="5">
              <a:spcBef>
                <a:spcPts val="0"/>
              </a:spcBef>
              <a:spcAft>
                <a:spcPts val="0"/>
              </a:spcAft>
              <a:buSzPts val="5200"/>
              <a:buFont typeface="Inter Tight"/>
              <a:buNone/>
              <a:defRPr sz="5200">
                <a:latin typeface="Inter Tight"/>
                <a:ea typeface="Inter Tight"/>
                <a:cs typeface="Inter Tight"/>
                <a:sym typeface="Inter Tight"/>
              </a:defRPr>
            </a:lvl6pPr>
            <a:lvl7pPr lvl="6">
              <a:spcBef>
                <a:spcPts val="0"/>
              </a:spcBef>
              <a:spcAft>
                <a:spcPts val="0"/>
              </a:spcAft>
              <a:buSzPts val="5200"/>
              <a:buFont typeface="Inter Tight"/>
              <a:buNone/>
              <a:defRPr sz="5200">
                <a:latin typeface="Inter Tight"/>
                <a:ea typeface="Inter Tight"/>
                <a:cs typeface="Inter Tight"/>
                <a:sym typeface="Inter Tight"/>
              </a:defRPr>
            </a:lvl7pPr>
            <a:lvl8pPr lvl="7">
              <a:spcBef>
                <a:spcPts val="0"/>
              </a:spcBef>
              <a:spcAft>
                <a:spcPts val="0"/>
              </a:spcAft>
              <a:buSzPts val="5200"/>
              <a:buFont typeface="Inter Tight"/>
              <a:buNone/>
              <a:defRPr sz="5200">
                <a:latin typeface="Inter Tight"/>
                <a:ea typeface="Inter Tight"/>
                <a:cs typeface="Inter Tight"/>
                <a:sym typeface="Inter Tight"/>
              </a:defRPr>
            </a:lvl8pPr>
            <a:lvl9pPr lvl="8">
              <a:spcBef>
                <a:spcPts val="0"/>
              </a:spcBef>
              <a:spcAft>
                <a:spcPts val="0"/>
              </a:spcAft>
              <a:buSzPts val="5200"/>
              <a:buFont typeface="Inter Tight"/>
              <a:buNone/>
              <a:defRPr sz="5200">
                <a:latin typeface="Inter Tight"/>
                <a:ea typeface="Inter Tight"/>
                <a:cs typeface="Inter Tight"/>
                <a:sym typeface="Inter Tight"/>
              </a:defRPr>
            </a:lvl9pPr>
          </a:lstStyle>
          <a:p>
            <a:endParaRPr/>
          </a:p>
        </p:txBody>
      </p:sp>
      <p:sp>
        <p:nvSpPr>
          <p:cNvPr id="21" name="Google Shape;21;h19034d514f5d6f97_0_1795"/>
          <p:cNvSpPr txBox="1">
            <a:spLocks noGrp="1"/>
          </p:cNvSpPr>
          <p:nvPr>
            <p:ph type="subTitle" idx="1"/>
          </p:nvPr>
        </p:nvSpPr>
        <p:spPr>
          <a:xfrm>
            <a:off x="670850" y="3780897"/>
            <a:ext cx="6460500" cy="7926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Clr>
                <a:srgbClr val="FF438C"/>
              </a:buClr>
              <a:buSzPts val="2000"/>
              <a:buFont typeface="Momo Trust Sans"/>
              <a:buNone/>
              <a:defRPr sz="2000">
                <a:solidFill>
                  <a:srgbClr val="FF438C"/>
                </a:solidFill>
                <a:latin typeface="Momo Trust Sans"/>
                <a:ea typeface="Momo Trust Sans"/>
                <a:cs typeface="Momo Trust Sans"/>
                <a:sym typeface="Momo Trust Sans"/>
              </a:defRPr>
            </a:lvl1pPr>
            <a:lvl2pPr lvl="1">
              <a:lnSpc>
                <a:spcPct val="100000"/>
              </a:lnSpc>
              <a:spcBef>
                <a:spcPts val="0"/>
              </a:spcBef>
              <a:spcAft>
                <a:spcPts val="0"/>
              </a:spcAft>
              <a:buSzPts val="2300"/>
              <a:buNone/>
              <a:defRPr sz="2300"/>
            </a:lvl2pPr>
            <a:lvl3pPr lvl="2">
              <a:lnSpc>
                <a:spcPct val="100000"/>
              </a:lnSpc>
              <a:spcBef>
                <a:spcPts val="0"/>
              </a:spcBef>
              <a:spcAft>
                <a:spcPts val="0"/>
              </a:spcAft>
              <a:buSzPts val="2300"/>
              <a:buNone/>
              <a:defRPr sz="2300"/>
            </a:lvl3pPr>
            <a:lvl4pPr lvl="3">
              <a:lnSpc>
                <a:spcPct val="100000"/>
              </a:lnSpc>
              <a:spcBef>
                <a:spcPts val="0"/>
              </a:spcBef>
              <a:spcAft>
                <a:spcPts val="0"/>
              </a:spcAft>
              <a:buSzPts val="2300"/>
              <a:buNone/>
              <a:defRPr sz="2300"/>
            </a:lvl4pPr>
            <a:lvl5pPr lvl="4">
              <a:lnSpc>
                <a:spcPct val="100000"/>
              </a:lnSpc>
              <a:spcBef>
                <a:spcPts val="0"/>
              </a:spcBef>
              <a:spcAft>
                <a:spcPts val="0"/>
              </a:spcAft>
              <a:buSzPts val="2300"/>
              <a:buNone/>
              <a:defRPr sz="2300"/>
            </a:lvl5pPr>
            <a:lvl6pPr lvl="5">
              <a:lnSpc>
                <a:spcPct val="100000"/>
              </a:lnSpc>
              <a:spcBef>
                <a:spcPts val="0"/>
              </a:spcBef>
              <a:spcAft>
                <a:spcPts val="0"/>
              </a:spcAft>
              <a:buSzPts val="2300"/>
              <a:buNone/>
              <a:defRPr sz="2300"/>
            </a:lvl6pPr>
            <a:lvl7pPr lvl="6">
              <a:lnSpc>
                <a:spcPct val="100000"/>
              </a:lnSpc>
              <a:spcBef>
                <a:spcPts val="0"/>
              </a:spcBef>
              <a:spcAft>
                <a:spcPts val="0"/>
              </a:spcAft>
              <a:buSzPts val="2300"/>
              <a:buNone/>
              <a:defRPr sz="2300"/>
            </a:lvl7pPr>
            <a:lvl8pPr lvl="7">
              <a:lnSpc>
                <a:spcPct val="100000"/>
              </a:lnSpc>
              <a:spcBef>
                <a:spcPts val="0"/>
              </a:spcBef>
              <a:spcAft>
                <a:spcPts val="0"/>
              </a:spcAft>
              <a:buSzPts val="2300"/>
              <a:buNone/>
              <a:defRPr sz="2300"/>
            </a:lvl8pPr>
            <a:lvl9pPr lvl="8">
              <a:lnSpc>
                <a:spcPct val="100000"/>
              </a:lnSpc>
              <a:spcBef>
                <a:spcPts val="0"/>
              </a:spcBef>
              <a:spcAft>
                <a:spcPts val="0"/>
              </a:spcAft>
              <a:buSzPts val="2300"/>
              <a:buNone/>
              <a:defRPr sz="2300"/>
            </a:lvl9pPr>
          </a:lstStyle>
          <a:p>
            <a:endParaRPr/>
          </a:p>
        </p:txBody>
      </p:sp>
      <p:sp>
        <p:nvSpPr>
          <p:cNvPr id="22" name="Google Shape;22;h19034d514f5d6f97_0_179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pic>
        <p:nvPicPr>
          <p:cNvPr id="23" name="Google Shape;23;h19034d514f5d6f97_0_1795"/>
          <p:cNvPicPr preferRelativeResize="0"/>
          <p:nvPr/>
        </p:nvPicPr>
        <p:blipFill>
          <a:blip r:embed="rId3">
            <a:alphaModFix/>
          </a:blip>
          <a:stretch>
            <a:fillRect/>
          </a:stretch>
        </p:blipFill>
        <p:spPr>
          <a:xfrm>
            <a:off x="815775" y="750225"/>
            <a:ext cx="758774" cy="705798"/>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Red Cover">
  <p:cSld name="TITLE_2">
    <p:bg>
      <p:bgPr>
        <a:blipFill>
          <a:blip r:embed="rId2">
            <a:alphaModFix/>
          </a:blip>
          <a:stretch>
            <a:fillRect/>
          </a:stretch>
        </a:blipFill>
        <a:effectLst/>
      </p:bgPr>
    </p:bg>
    <p:spTree>
      <p:nvGrpSpPr>
        <p:cNvPr id="1" name="Shape 24"/>
        <p:cNvGrpSpPr/>
        <p:nvPr/>
      </p:nvGrpSpPr>
      <p:grpSpPr>
        <a:xfrm>
          <a:off x="0" y="0"/>
          <a:ext cx="0" cy="0"/>
          <a:chOff x="0" y="0"/>
          <a:chExt cx="0" cy="0"/>
        </a:xfrm>
      </p:grpSpPr>
      <p:sp>
        <p:nvSpPr>
          <p:cNvPr id="25" name="Google Shape;25;h19034d514f5d6f97_0_1800"/>
          <p:cNvSpPr txBox="1">
            <a:spLocks noGrp="1"/>
          </p:cNvSpPr>
          <p:nvPr>
            <p:ph type="ctrTitle"/>
          </p:nvPr>
        </p:nvSpPr>
        <p:spPr>
          <a:xfrm>
            <a:off x="670850" y="1621850"/>
            <a:ext cx="5386800" cy="1415700"/>
          </a:xfrm>
          <a:prstGeom prst="rect">
            <a:avLst/>
          </a:prstGeom>
        </p:spPr>
        <p:txBody>
          <a:bodyPr spcFirstLastPara="1" wrap="square" lIns="91425" tIns="91425" rIns="91425" bIns="91425" anchor="t" anchorCtr="0">
            <a:normAutofit/>
          </a:bodyPr>
          <a:lstStyle>
            <a:lvl1pPr lvl="0">
              <a:spcBef>
                <a:spcPts val="0"/>
              </a:spcBef>
              <a:spcAft>
                <a:spcPts val="0"/>
              </a:spcAft>
              <a:buSzPts val="4500"/>
              <a:buNone/>
              <a:defRPr sz="4500"/>
            </a:lvl1pPr>
            <a:lvl2pPr lvl="1">
              <a:spcBef>
                <a:spcPts val="0"/>
              </a:spcBef>
              <a:spcAft>
                <a:spcPts val="0"/>
              </a:spcAft>
              <a:buSzPts val="5200"/>
              <a:buFont typeface="Inter Tight"/>
              <a:buNone/>
              <a:defRPr sz="5200">
                <a:latin typeface="Inter Tight"/>
                <a:ea typeface="Inter Tight"/>
                <a:cs typeface="Inter Tight"/>
                <a:sym typeface="Inter Tight"/>
              </a:defRPr>
            </a:lvl2pPr>
            <a:lvl3pPr lvl="2">
              <a:spcBef>
                <a:spcPts val="0"/>
              </a:spcBef>
              <a:spcAft>
                <a:spcPts val="0"/>
              </a:spcAft>
              <a:buSzPts val="5200"/>
              <a:buFont typeface="Inter Tight"/>
              <a:buNone/>
              <a:defRPr sz="5200">
                <a:latin typeface="Inter Tight"/>
                <a:ea typeface="Inter Tight"/>
                <a:cs typeface="Inter Tight"/>
                <a:sym typeface="Inter Tight"/>
              </a:defRPr>
            </a:lvl3pPr>
            <a:lvl4pPr lvl="3">
              <a:spcBef>
                <a:spcPts val="0"/>
              </a:spcBef>
              <a:spcAft>
                <a:spcPts val="0"/>
              </a:spcAft>
              <a:buSzPts val="5200"/>
              <a:buFont typeface="Inter Tight"/>
              <a:buNone/>
              <a:defRPr sz="5200">
                <a:latin typeface="Inter Tight"/>
                <a:ea typeface="Inter Tight"/>
                <a:cs typeface="Inter Tight"/>
                <a:sym typeface="Inter Tight"/>
              </a:defRPr>
            </a:lvl4pPr>
            <a:lvl5pPr lvl="4">
              <a:spcBef>
                <a:spcPts val="0"/>
              </a:spcBef>
              <a:spcAft>
                <a:spcPts val="0"/>
              </a:spcAft>
              <a:buSzPts val="5200"/>
              <a:buFont typeface="Inter Tight"/>
              <a:buNone/>
              <a:defRPr sz="5200">
                <a:latin typeface="Inter Tight"/>
                <a:ea typeface="Inter Tight"/>
                <a:cs typeface="Inter Tight"/>
                <a:sym typeface="Inter Tight"/>
              </a:defRPr>
            </a:lvl5pPr>
            <a:lvl6pPr lvl="5">
              <a:spcBef>
                <a:spcPts val="0"/>
              </a:spcBef>
              <a:spcAft>
                <a:spcPts val="0"/>
              </a:spcAft>
              <a:buSzPts val="5200"/>
              <a:buFont typeface="Inter Tight"/>
              <a:buNone/>
              <a:defRPr sz="5200">
                <a:latin typeface="Inter Tight"/>
                <a:ea typeface="Inter Tight"/>
                <a:cs typeface="Inter Tight"/>
                <a:sym typeface="Inter Tight"/>
              </a:defRPr>
            </a:lvl6pPr>
            <a:lvl7pPr lvl="6">
              <a:spcBef>
                <a:spcPts val="0"/>
              </a:spcBef>
              <a:spcAft>
                <a:spcPts val="0"/>
              </a:spcAft>
              <a:buSzPts val="5200"/>
              <a:buFont typeface="Inter Tight"/>
              <a:buNone/>
              <a:defRPr sz="5200">
                <a:latin typeface="Inter Tight"/>
                <a:ea typeface="Inter Tight"/>
                <a:cs typeface="Inter Tight"/>
                <a:sym typeface="Inter Tight"/>
              </a:defRPr>
            </a:lvl7pPr>
            <a:lvl8pPr lvl="7">
              <a:spcBef>
                <a:spcPts val="0"/>
              </a:spcBef>
              <a:spcAft>
                <a:spcPts val="0"/>
              </a:spcAft>
              <a:buSzPts val="5200"/>
              <a:buFont typeface="Inter Tight"/>
              <a:buNone/>
              <a:defRPr sz="5200">
                <a:latin typeface="Inter Tight"/>
                <a:ea typeface="Inter Tight"/>
                <a:cs typeface="Inter Tight"/>
                <a:sym typeface="Inter Tight"/>
              </a:defRPr>
            </a:lvl8pPr>
            <a:lvl9pPr lvl="8">
              <a:spcBef>
                <a:spcPts val="0"/>
              </a:spcBef>
              <a:spcAft>
                <a:spcPts val="0"/>
              </a:spcAft>
              <a:buSzPts val="5200"/>
              <a:buFont typeface="Inter Tight"/>
              <a:buNone/>
              <a:defRPr sz="5200">
                <a:latin typeface="Inter Tight"/>
                <a:ea typeface="Inter Tight"/>
                <a:cs typeface="Inter Tight"/>
                <a:sym typeface="Inter Tight"/>
              </a:defRPr>
            </a:lvl9pPr>
          </a:lstStyle>
          <a:p>
            <a:endParaRPr/>
          </a:p>
        </p:txBody>
      </p:sp>
      <p:sp>
        <p:nvSpPr>
          <p:cNvPr id="26" name="Google Shape;26;h19034d514f5d6f97_0_1800"/>
          <p:cNvSpPr txBox="1">
            <a:spLocks noGrp="1"/>
          </p:cNvSpPr>
          <p:nvPr>
            <p:ph type="subTitle" idx="1"/>
          </p:nvPr>
        </p:nvSpPr>
        <p:spPr>
          <a:xfrm>
            <a:off x="670850" y="3780897"/>
            <a:ext cx="6460500" cy="7926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Clr>
                <a:srgbClr val="FF438C"/>
              </a:buClr>
              <a:buSzPts val="2000"/>
              <a:buFont typeface="Momo Trust Sans"/>
              <a:buNone/>
              <a:defRPr sz="2000">
                <a:solidFill>
                  <a:srgbClr val="FF438C"/>
                </a:solidFill>
                <a:latin typeface="Momo Trust Sans"/>
                <a:ea typeface="Momo Trust Sans"/>
                <a:cs typeface="Momo Trust Sans"/>
                <a:sym typeface="Momo Trust Sans"/>
              </a:defRPr>
            </a:lvl1pPr>
            <a:lvl2pPr lvl="1">
              <a:lnSpc>
                <a:spcPct val="100000"/>
              </a:lnSpc>
              <a:spcBef>
                <a:spcPts val="0"/>
              </a:spcBef>
              <a:spcAft>
                <a:spcPts val="0"/>
              </a:spcAft>
              <a:buSzPts val="2300"/>
              <a:buNone/>
              <a:defRPr sz="2300"/>
            </a:lvl2pPr>
            <a:lvl3pPr lvl="2">
              <a:lnSpc>
                <a:spcPct val="100000"/>
              </a:lnSpc>
              <a:spcBef>
                <a:spcPts val="0"/>
              </a:spcBef>
              <a:spcAft>
                <a:spcPts val="0"/>
              </a:spcAft>
              <a:buSzPts val="2300"/>
              <a:buNone/>
              <a:defRPr sz="2300"/>
            </a:lvl3pPr>
            <a:lvl4pPr lvl="3">
              <a:lnSpc>
                <a:spcPct val="100000"/>
              </a:lnSpc>
              <a:spcBef>
                <a:spcPts val="0"/>
              </a:spcBef>
              <a:spcAft>
                <a:spcPts val="0"/>
              </a:spcAft>
              <a:buSzPts val="2300"/>
              <a:buNone/>
              <a:defRPr sz="2300"/>
            </a:lvl4pPr>
            <a:lvl5pPr lvl="4">
              <a:lnSpc>
                <a:spcPct val="100000"/>
              </a:lnSpc>
              <a:spcBef>
                <a:spcPts val="0"/>
              </a:spcBef>
              <a:spcAft>
                <a:spcPts val="0"/>
              </a:spcAft>
              <a:buSzPts val="2300"/>
              <a:buNone/>
              <a:defRPr sz="2300"/>
            </a:lvl5pPr>
            <a:lvl6pPr lvl="5">
              <a:lnSpc>
                <a:spcPct val="100000"/>
              </a:lnSpc>
              <a:spcBef>
                <a:spcPts val="0"/>
              </a:spcBef>
              <a:spcAft>
                <a:spcPts val="0"/>
              </a:spcAft>
              <a:buSzPts val="2300"/>
              <a:buNone/>
              <a:defRPr sz="2300"/>
            </a:lvl6pPr>
            <a:lvl7pPr lvl="6">
              <a:lnSpc>
                <a:spcPct val="100000"/>
              </a:lnSpc>
              <a:spcBef>
                <a:spcPts val="0"/>
              </a:spcBef>
              <a:spcAft>
                <a:spcPts val="0"/>
              </a:spcAft>
              <a:buSzPts val="2300"/>
              <a:buNone/>
              <a:defRPr sz="2300"/>
            </a:lvl7pPr>
            <a:lvl8pPr lvl="7">
              <a:lnSpc>
                <a:spcPct val="100000"/>
              </a:lnSpc>
              <a:spcBef>
                <a:spcPts val="0"/>
              </a:spcBef>
              <a:spcAft>
                <a:spcPts val="0"/>
              </a:spcAft>
              <a:buSzPts val="2300"/>
              <a:buNone/>
              <a:defRPr sz="2300"/>
            </a:lvl8pPr>
            <a:lvl9pPr lvl="8">
              <a:lnSpc>
                <a:spcPct val="100000"/>
              </a:lnSpc>
              <a:spcBef>
                <a:spcPts val="0"/>
              </a:spcBef>
              <a:spcAft>
                <a:spcPts val="0"/>
              </a:spcAft>
              <a:buSzPts val="2300"/>
              <a:buNone/>
              <a:defRPr sz="2300"/>
            </a:lvl9pPr>
          </a:lstStyle>
          <a:p>
            <a:endParaRPr/>
          </a:p>
        </p:txBody>
      </p:sp>
      <p:sp>
        <p:nvSpPr>
          <p:cNvPr id="27" name="Google Shape;27;h19034d514f5d6f97_0_180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pic>
        <p:nvPicPr>
          <p:cNvPr id="28" name="Google Shape;28;h19034d514f5d6f97_0_1800"/>
          <p:cNvPicPr preferRelativeResize="0"/>
          <p:nvPr/>
        </p:nvPicPr>
        <p:blipFill>
          <a:blip r:embed="rId3">
            <a:alphaModFix/>
          </a:blip>
          <a:stretch>
            <a:fillRect/>
          </a:stretch>
        </p:blipFill>
        <p:spPr>
          <a:xfrm>
            <a:off x="815775" y="750225"/>
            <a:ext cx="758774" cy="705798"/>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range Cover">
  <p:cSld name="TITLE_2_1">
    <p:bg>
      <p:bgPr>
        <a:blipFill>
          <a:blip r:embed="rId2">
            <a:alphaModFix/>
          </a:blip>
          <a:stretch>
            <a:fillRect/>
          </a:stretch>
        </a:blipFill>
        <a:effectLst/>
      </p:bgPr>
    </p:bg>
    <p:spTree>
      <p:nvGrpSpPr>
        <p:cNvPr id="1" name="Shape 29"/>
        <p:cNvGrpSpPr/>
        <p:nvPr/>
      </p:nvGrpSpPr>
      <p:grpSpPr>
        <a:xfrm>
          <a:off x="0" y="0"/>
          <a:ext cx="0" cy="0"/>
          <a:chOff x="0" y="0"/>
          <a:chExt cx="0" cy="0"/>
        </a:xfrm>
      </p:grpSpPr>
      <p:sp>
        <p:nvSpPr>
          <p:cNvPr id="30" name="Google Shape;30;h19034d514f5d6f97_0_1805"/>
          <p:cNvSpPr txBox="1">
            <a:spLocks noGrp="1"/>
          </p:cNvSpPr>
          <p:nvPr>
            <p:ph type="ctrTitle"/>
          </p:nvPr>
        </p:nvSpPr>
        <p:spPr>
          <a:xfrm>
            <a:off x="670850" y="1621850"/>
            <a:ext cx="5386800" cy="1415700"/>
          </a:xfrm>
          <a:prstGeom prst="rect">
            <a:avLst/>
          </a:prstGeom>
        </p:spPr>
        <p:txBody>
          <a:bodyPr spcFirstLastPara="1" wrap="square" lIns="91425" tIns="91425" rIns="91425" bIns="91425" anchor="t" anchorCtr="0">
            <a:normAutofit/>
          </a:bodyPr>
          <a:lstStyle>
            <a:lvl1pPr lvl="0">
              <a:spcBef>
                <a:spcPts val="0"/>
              </a:spcBef>
              <a:spcAft>
                <a:spcPts val="0"/>
              </a:spcAft>
              <a:buSzPts val="4500"/>
              <a:buNone/>
              <a:defRPr sz="4500"/>
            </a:lvl1pPr>
            <a:lvl2pPr lvl="1">
              <a:spcBef>
                <a:spcPts val="0"/>
              </a:spcBef>
              <a:spcAft>
                <a:spcPts val="0"/>
              </a:spcAft>
              <a:buSzPts val="5200"/>
              <a:buFont typeface="Inter Tight"/>
              <a:buNone/>
              <a:defRPr sz="5200">
                <a:latin typeface="Inter Tight"/>
                <a:ea typeface="Inter Tight"/>
                <a:cs typeface="Inter Tight"/>
                <a:sym typeface="Inter Tight"/>
              </a:defRPr>
            </a:lvl2pPr>
            <a:lvl3pPr lvl="2">
              <a:spcBef>
                <a:spcPts val="0"/>
              </a:spcBef>
              <a:spcAft>
                <a:spcPts val="0"/>
              </a:spcAft>
              <a:buSzPts val="5200"/>
              <a:buFont typeface="Inter Tight"/>
              <a:buNone/>
              <a:defRPr sz="5200">
                <a:latin typeface="Inter Tight"/>
                <a:ea typeface="Inter Tight"/>
                <a:cs typeface="Inter Tight"/>
                <a:sym typeface="Inter Tight"/>
              </a:defRPr>
            </a:lvl3pPr>
            <a:lvl4pPr lvl="3">
              <a:spcBef>
                <a:spcPts val="0"/>
              </a:spcBef>
              <a:spcAft>
                <a:spcPts val="0"/>
              </a:spcAft>
              <a:buSzPts val="5200"/>
              <a:buFont typeface="Inter Tight"/>
              <a:buNone/>
              <a:defRPr sz="5200">
                <a:latin typeface="Inter Tight"/>
                <a:ea typeface="Inter Tight"/>
                <a:cs typeface="Inter Tight"/>
                <a:sym typeface="Inter Tight"/>
              </a:defRPr>
            </a:lvl4pPr>
            <a:lvl5pPr lvl="4">
              <a:spcBef>
                <a:spcPts val="0"/>
              </a:spcBef>
              <a:spcAft>
                <a:spcPts val="0"/>
              </a:spcAft>
              <a:buSzPts val="5200"/>
              <a:buFont typeface="Inter Tight"/>
              <a:buNone/>
              <a:defRPr sz="5200">
                <a:latin typeface="Inter Tight"/>
                <a:ea typeface="Inter Tight"/>
                <a:cs typeface="Inter Tight"/>
                <a:sym typeface="Inter Tight"/>
              </a:defRPr>
            </a:lvl5pPr>
            <a:lvl6pPr lvl="5">
              <a:spcBef>
                <a:spcPts val="0"/>
              </a:spcBef>
              <a:spcAft>
                <a:spcPts val="0"/>
              </a:spcAft>
              <a:buSzPts val="5200"/>
              <a:buFont typeface="Inter Tight"/>
              <a:buNone/>
              <a:defRPr sz="5200">
                <a:latin typeface="Inter Tight"/>
                <a:ea typeface="Inter Tight"/>
                <a:cs typeface="Inter Tight"/>
                <a:sym typeface="Inter Tight"/>
              </a:defRPr>
            </a:lvl6pPr>
            <a:lvl7pPr lvl="6">
              <a:spcBef>
                <a:spcPts val="0"/>
              </a:spcBef>
              <a:spcAft>
                <a:spcPts val="0"/>
              </a:spcAft>
              <a:buSzPts val="5200"/>
              <a:buFont typeface="Inter Tight"/>
              <a:buNone/>
              <a:defRPr sz="5200">
                <a:latin typeface="Inter Tight"/>
                <a:ea typeface="Inter Tight"/>
                <a:cs typeface="Inter Tight"/>
                <a:sym typeface="Inter Tight"/>
              </a:defRPr>
            </a:lvl7pPr>
            <a:lvl8pPr lvl="7">
              <a:spcBef>
                <a:spcPts val="0"/>
              </a:spcBef>
              <a:spcAft>
                <a:spcPts val="0"/>
              </a:spcAft>
              <a:buSzPts val="5200"/>
              <a:buFont typeface="Inter Tight"/>
              <a:buNone/>
              <a:defRPr sz="5200">
                <a:latin typeface="Inter Tight"/>
                <a:ea typeface="Inter Tight"/>
                <a:cs typeface="Inter Tight"/>
                <a:sym typeface="Inter Tight"/>
              </a:defRPr>
            </a:lvl8pPr>
            <a:lvl9pPr lvl="8">
              <a:spcBef>
                <a:spcPts val="0"/>
              </a:spcBef>
              <a:spcAft>
                <a:spcPts val="0"/>
              </a:spcAft>
              <a:buSzPts val="5200"/>
              <a:buFont typeface="Inter Tight"/>
              <a:buNone/>
              <a:defRPr sz="5200">
                <a:latin typeface="Inter Tight"/>
                <a:ea typeface="Inter Tight"/>
                <a:cs typeface="Inter Tight"/>
                <a:sym typeface="Inter Tight"/>
              </a:defRPr>
            </a:lvl9pPr>
          </a:lstStyle>
          <a:p>
            <a:endParaRPr/>
          </a:p>
        </p:txBody>
      </p:sp>
      <p:sp>
        <p:nvSpPr>
          <p:cNvPr id="31" name="Google Shape;31;h19034d514f5d6f97_0_1805"/>
          <p:cNvSpPr txBox="1">
            <a:spLocks noGrp="1"/>
          </p:cNvSpPr>
          <p:nvPr>
            <p:ph type="subTitle" idx="1"/>
          </p:nvPr>
        </p:nvSpPr>
        <p:spPr>
          <a:xfrm>
            <a:off x="670850" y="3780897"/>
            <a:ext cx="6460500" cy="7926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Clr>
                <a:srgbClr val="FF438C"/>
              </a:buClr>
              <a:buSzPts val="2000"/>
              <a:buFont typeface="Momo Trust Sans"/>
              <a:buNone/>
              <a:defRPr sz="2000">
                <a:solidFill>
                  <a:srgbClr val="FF438C"/>
                </a:solidFill>
                <a:latin typeface="Momo Trust Sans"/>
                <a:ea typeface="Momo Trust Sans"/>
                <a:cs typeface="Momo Trust Sans"/>
                <a:sym typeface="Momo Trust Sans"/>
              </a:defRPr>
            </a:lvl1pPr>
            <a:lvl2pPr lvl="1">
              <a:lnSpc>
                <a:spcPct val="100000"/>
              </a:lnSpc>
              <a:spcBef>
                <a:spcPts val="0"/>
              </a:spcBef>
              <a:spcAft>
                <a:spcPts val="0"/>
              </a:spcAft>
              <a:buSzPts val="2300"/>
              <a:buNone/>
              <a:defRPr sz="2300"/>
            </a:lvl2pPr>
            <a:lvl3pPr lvl="2">
              <a:lnSpc>
                <a:spcPct val="100000"/>
              </a:lnSpc>
              <a:spcBef>
                <a:spcPts val="0"/>
              </a:spcBef>
              <a:spcAft>
                <a:spcPts val="0"/>
              </a:spcAft>
              <a:buSzPts val="2300"/>
              <a:buNone/>
              <a:defRPr sz="2300"/>
            </a:lvl3pPr>
            <a:lvl4pPr lvl="3">
              <a:lnSpc>
                <a:spcPct val="100000"/>
              </a:lnSpc>
              <a:spcBef>
                <a:spcPts val="0"/>
              </a:spcBef>
              <a:spcAft>
                <a:spcPts val="0"/>
              </a:spcAft>
              <a:buSzPts val="2300"/>
              <a:buNone/>
              <a:defRPr sz="2300"/>
            </a:lvl4pPr>
            <a:lvl5pPr lvl="4">
              <a:lnSpc>
                <a:spcPct val="100000"/>
              </a:lnSpc>
              <a:spcBef>
                <a:spcPts val="0"/>
              </a:spcBef>
              <a:spcAft>
                <a:spcPts val="0"/>
              </a:spcAft>
              <a:buSzPts val="2300"/>
              <a:buNone/>
              <a:defRPr sz="2300"/>
            </a:lvl5pPr>
            <a:lvl6pPr lvl="5">
              <a:lnSpc>
                <a:spcPct val="100000"/>
              </a:lnSpc>
              <a:spcBef>
                <a:spcPts val="0"/>
              </a:spcBef>
              <a:spcAft>
                <a:spcPts val="0"/>
              </a:spcAft>
              <a:buSzPts val="2300"/>
              <a:buNone/>
              <a:defRPr sz="2300"/>
            </a:lvl6pPr>
            <a:lvl7pPr lvl="6">
              <a:lnSpc>
                <a:spcPct val="100000"/>
              </a:lnSpc>
              <a:spcBef>
                <a:spcPts val="0"/>
              </a:spcBef>
              <a:spcAft>
                <a:spcPts val="0"/>
              </a:spcAft>
              <a:buSzPts val="2300"/>
              <a:buNone/>
              <a:defRPr sz="2300"/>
            </a:lvl7pPr>
            <a:lvl8pPr lvl="7">
              <a:lnSpc>
                <a:spcPct val="100000"/>
              </a:lnSpc>
              <a:spcBef>
                <a:spcPts val="0"/>
              </a:spcBef>
              <a:spcAft>
                <a:spcPts val="0"/>
              </a:spcAft>
              <a:buSzPts val="2300"/>
              <a:buNone/>
              <a:defRPr sz="2300"/>
            </a:lvl8pPr>
            <a:lvl9pPr lvl="8">
              <a:lnSpc>
                <a:spcPct val="100000"/>
              </a:lnSpc>
              <a:spcBef>
                <a:spcPts val="0"/>
              </a:spcBef>
              <a:spcAft>
                <a:spcPts val="0"/>
              </a:spcAft>
              <a:buSzPts val="2300"/>
              <a:buNone/>
              <a:defRPr sz="2300"/>
            </a:lvl9pPr>
          </a:lstStyle>
          <a:p>
            <a:endParaRPr/>
          </a:p>
        </p:txBody>
      </p:sp>
      <p:sp>
        <p:nvSpPr>
          <p:cNvPr id="32" name="Google Shape;32;h19034d514f5d6f97_0_180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pic>
        <p:nvPicPr>
          <p:cNvPr id="33" name="Google Shape;33;h19034d514f5d6f97_0_1805"/>
          <p:cNvPicPr preferRelativeResize="0"/>
          <p:nvPr/>
        </p:nvPicPr>
        <p:blipFill>
          <a:blip r:embed="rId3">
            <a:alphaModFix/>
          </a:blip>
          <a:stretch>
            <a:fillRect/>
          </a:stretch>
        </p:blipFill>
        <p:spPr>
          <a:xfrm>
            <a:off x="815775" y="750225"/>
            <a:ext cx="758774" cy="705798"/>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Yellow Cover">
  <p:cSld name="TITLE_2_1_1">
    <p:bg>
      <p:bgPr>
        <a:blipFill>
          <a:blip r:embed="rId2">
            <a:alphaModFix/>
          </a:blip>
          <a:stretch>
            <a:fillRect/>
          </a:stretch>
        </a:blipFill>
        <a:effectLst/>
      </p:bgPr>
    </p:bg>
    <p:spTree>
      <p:nvGrpSpPr>
        <p:cNvPr id="1" name="Shape 34"/>
        <p:cNvGrpSpPr/>
        <p:nvPr/>
      </p:nvGrpSpPr>
      <p:grpSpPr>
        <a:xfrm>
          <a:off x="0" y="0"/>
          <a:ext cx="0" cy="0"/>
          <a:chOff x="0" y="0"/>
          <a:chExt cx="0" cy="0"/>
        </a:xfrm>
      </p:grpSpPr>
      <p:sp>
        <p:nvSpPr>
          <p:cNvPr id="35" name="Google Shape;35;h19034d514f5d6f97_0_1810"/>
          <p:cNvSpPr txBox="1">
            <a:spLocks noGrp="1"/>
          </p:cNvSpPr>
          <p:nvPr>
            <p:ph type="ctrTitle"/>
          </p:nvPr>
        </p:nvSpPr>
        <p:spPr>
          <a:xfrm>
            <a:off x="670850" y="1621850"/>
            <a:ext cx="5386800" cy="1415700"/>
          </a:xfrm>
          <a:prstGeom prst="rect">
            <a:avLst/>
          </a:prstGeom>
        </p:spPr>
        <p:txBody>
          <a:bodyPr spcFirstLastPara="1" wrap="square" lIns="91425" tIns="91425" rIns="91425" bIns="91425" anchor="t" anchorCtr="0">
            <a:normAutofit/>
          </a:bodyPr>
          <a:lstStyle>
            <a:lvl1pPr lvl="0">
              <a:spcBef>
                <a:spcPts val="0"/>
              </a:spcBef>
              <a:spcAft>
                <a:spcPts val="0"/>
              </a:spcAft>
              <a:buSzPts val="4500"/>
              <a:buNone/>
              <a:defRPr sz="4500"/>
            </a:lvl1pPr>
            <a:lvl2pPr lvl="1">
              <a:spcBef>
                <a:spcPts val="0"/>
              </a:spcBef>
              <a:spcAft>
                <a:spcPts val="0"/>
              </a:spcAft>
              <a:buSzPts val="5200"/>
              <a:buFont typeface="Inter Tight"/>
              <a:buNone/>
              <a:defRPr sz="5200">
                <a:latin typeface="Inter Tight"/>
                <a:ea typeface="Inter Tight"/>
                <a:cs typeface="Inter Tight"/>
                <a:sym typeface="Inter Tight"/>
              </a:defRPr>
            </a:lvl2pPr>
            <a:lvl3pPr lvl="2">
              <a:spcBef>
                <a:spcPts val="0"/>
              </a:spcBef>
              <a:spcAft>
                <a:spcPts val="0"/>
              </a:spcAft>
              <a:buSzPts val="5200"/>
              <a:buFont typeface="Inter Tight"/>
              <a:buNone/>
              <a:defRPr sz="5200">
                <a:latin typeface="Inter Tight"/>
                <a:ea typeface="Inter Tight"/>
                <a:cs typeface="Inter Tight"/>
                <a:sym typeface="Inter Tight"/>
              </a:defRPr>
            </a:lvl3pPr>
            <a:lvl4pPr lvl="3">
              <a:spcBef>
                <a:spcPts val="0"/>
              </a:spcBef>
              <a:spcAft>
                <a:spcPts val="0"/>
              </a:spcAft>
              <a:buSzPts val="5200"/>
              <a:buFont typeface="Inter Tight"/>
              <a:buNone/>
              <a:defRPr sz="5200">
                <a:latin typeface="Inter Tight"/>
                <a:ea typeface="Inter Tight"/>
                <a:cs typeface="Inter Tight"/>
                <a:sym typeface="Inter Tight"/>
              </a:defRPr>
            </a:lvl4pPr>
            <a:lvl5pPr lvl="4">
              <a:spcBef>
                <a:spcPts val="0"/>
              </a:spcBef>
              <a:spcAft>
                <a:spcPts val="0"/>
              </a:spcAft>
              <a:buSzPts val="5200"/>
              <a:buFont typeface="Inter Tight"/>
              <a:buNone/>
              <a:defRPr sz="5200">
                <a:latin typeface="Inter Tight"/>
                <a:ea typeface="Inter Tight"/>
                <a:cs typeface="Inter Tight"/>
                <a:sym typeface="Inter Tight"/>
              </a:defRPr>
            </a:lvl5pPr>
            <a:lvl6pPr lvl="5">
              <a:spcBef>
                <a:spcPts val="0"/>
              </a:spcBef>
              <a:spcAft>
                <a:spcPts val="0"/>
              </a:spcAft>
              <a:buSzPts val="5200"/>
              <a:buFont typeface="Inter Tight"/>
              <a:buNone/>
              <a:defRPr sz="5200">
                <a:latin typeface="Inter Tight"/>
                <a:ea typeface="Inter Tight"/>
                <a:cs typeface="Inter Tight"/>
                <a:sym typeface="Inter Tight"/>
              </a:defRPr>
            </a:lvl6pPr>
            <a:lvl7pPr lvl="6">
              <a:spcBef>
                <a:spcPts val="0"/>
              </a:spcBef>
              <a:spcAft>
                <a:spcPts val="0"/>
              </a:spcAft>
              <a:buSzPts val="5200"/>
              <a:buFont typeface="Inter Tight"/>
              <a:buNone/>
              <a:defRPr sz="5200">
                <a:latin typeface="Inter Tight"/>
                <a:ea typeface="Inter Tight"/>
                <a:cs typeface="Inter Tight"/>
                <a:sym typeface="Inter Tight"/>
              </a:defRPr>
            </a:lvl7pPr>
            <a:lvl8pPr lvl="7">
              <a:spcBef>
                <a:spcPts val="0"/>
              </a:spcBef>
              <a:spcAft>
                <a:spcPts val="0"/>
              </a:spcAft>
              <a:buSzPts val="5200"/>
              <a:buFont typeface="Inter Tight"/>
              <a:buNone/>
              <a:defRPr sz="5200">
                <a:latin typeface="Inter Tight"/>
                <a:ea typeface="Inter Tight"/>
                <a:cs typeface="Inter Tight"/>
                <a:sym typeface="Inter Tight"/>
              </a:defRPr>
            </a:lvl8pPr>
            <a:lvl9pPr lvl="8">
              <a:spcBef>
                <a:spcPts val="0"/>
              </a:spcBef>
              <a:spcAft>
                <a:spcPts val="0"/>
              </a:spcAft>
              <a:buSzPts val="5200"/>
              <a:buFont typeface="Inter Tight"/>
              <a:buNone/>
              <a:defRPr sz="5200">
                <a:latin typeface="Inter Tight"/>
                <a:ea typeface="Inter Tight"/>
                <a:cs typeface="Inter Tight"/>
                <a:sym typeface="Inter Tight"/>
              </a:defRPr>
            </a:lvl9pPr>
          </a:lstStyle>
          <a:p>
            <a:endParaRPr/>
          </a:p>
        </p:txBody>
      </p:sp>
      <p:sp>
        <p:nvSpPr>
          <p:cNvPr id="36" name="Google Shape;36;h19034d514f5d6f97_0_1810"/>
          <p:cNvSpPr txBox="1">
            <a:spLocks noGrp="1"/>
          </p:cNvSpPr>
          <p:nvPr>
            <p:ph type="subTitle" idx="1"/>
          </p:nvPr>
        </p:nvSpPr>
        <p:spPr>
          <a:xfrm>
            <a:off x="670850" y="3780897"/>
            <a:ext cx="6460500" cy="7926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Clr>
                <a:srgbClr val="FF438C"/>
              </a:buClr>
              <a:buSzPts val="2000"/>
              <a:buFont typeface="Momo Trust Sans"/>
              <a:buNone/>
              <a:defRPr sz="2000">
                <a:solidFill>
                  <a:srgbClr val="FF438C"/>
                </a:solidFill>
                <a:latin typeface="Momo Trust Sans"/>
                <a:ea typeface="Momo Trust Sans"/>
                <a:cs typeface="Momo Trust Sans"/>
                <a:sym typeface="Momo Trust Sans"/>
              </a:defRPr>
            </a:lvl1pPr>
            <a:lvl2pPr lvl="1">
              <a:lnSpc>
                <a:spcPct val="100000"/>
              </a:lnSpc>
              <a:spcBef>
                <a:spcPts val="0"/>
              </a:spcBef>
              <a:spcAft>
                <a:spcPts val="0"/>
              </a:spcAft>
              <a:buSzPts val="2300"/>
              <a:buNone/>
              <a:defRPr sz="2300"/>
            </a:lvl2pPr>
            <a:lvl3pPr lvl="2">
              <a:lnSpc>
                <a:spcPct val="100000"/>
              </a:lnSpc>
              <a:spcBef>
                <a:spcPts val="0"/>
              </a:spcBef>
              <a:spcAft>
                <a:spcPts val="0"/>
              </a:spcAft>
              <a:buSzPts val="2300"/>
              <a:buNone/>
              <a:defRPr sz="2300"/>
            </a:lvl3pPr>
            <a:lvl4pPr lvl="3">
              <a:lnSpc>
                <a:spcPct val="100000"/>
              </a:lnSpc>
              <a:spcBef>
                <a:spcPts val="0"/>
              </a:spcBef>
              <a:spcAft>
                <a:spcPts val="0"/>
              </a:spcAft>
              <a:buSzPts val="2300"/>
              <a:buNone/>
              <a:defRPr sz="2300"/>
            </a:lvl4pPr>
            <a:lvl5pPr lvl="4">
              <a:lnSpc>
                <a:spcPct val="100000"/>
              </a:lnSpc>
              <a:spcBef>
                <a:spcPts val="0"/>
              </a:spcBef>
              <a:spcAft>
                <a:spcPts val="0"/>
              </a:spcAft>
              <a:buSzPts val="2300"/>
              <a:buNone/>
              <a:defRPr sz="2300"/>
            </a:lvl5pPr>
            <a:lvl6pPr lvl="5">
              <a:lnSpc>
                <a:spcPct val="100000"/>
              </a:lnSpc>
              <a:spcBef>
                <a:spcPts val="0"/>
              </a:spcBef>
              <a:spcAft>
                <a:spcPts val="0"/>
              </a:spcAft>
              <a:buSzPts val="2300"/>
              <a:buNone/>
              <a:defRPr sz="2300"/>
            </a:lvl6pPr>
            <a:lvl7pPr lvl="6">
              <a:lnSpc>
                <a:spcPct val="100000"/>
              </a:lnSpc>
              <a:spcBef>
                <a:spcPts val="0"/>
              </a:spcBef>
              <a:spcAft>
                <a:spcPts val="0"/>
              </a:spcAft>
              <a:buSzPts val="2300"/>
              <a:buNone/>
              <a:defRPr sz="2300"/>
            </a:lvl7pPr>
            <a:lvl8pPr lvl="7">
              <a:lnSpc>
                <a:spcPct val="100000"/>
              </a:lnSpc>
              <a:spcBef>
                <a:spcPts val="0"/>
              </a:spcBef>
              <a:spcAft>
                <a:spcPts val="0"/>
              </a:spcAft>
              <a:buSzPts val="2300"/>
              <a:buNone/>
              <a:defRPr sz="2300"/>
            </a:lvl8pPr>
            <a:lvl9pPr lvl="8">
              <a:lnSpc>
                <a:spcPct val="100000"/>
              </a:lnSpc>
              <a:spcBef>
                <a:spcPts val="0"/>
              </a:spcBef>
              <a:spcAft>
                <a:spcPts val="0"/>
              </a:spcAft>
              <a:buSzPts val="2300"/>
              <a:buNone/>
              <a:defRPr sz="2300"/>
            </a:lvl9pPr>
          </a:lstStyle>
          <a:p>
            <a:endParaRPr/>
          </a:p>
        </p:txBody>
      </p:sp>
      <p:sp>
        <p:nvSpPr>
          <p:cNvPr id="37" name="Google Shape;37;h19034d514f5d6f97_0_18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pic>
        <p:nvPicPr>
          <p:cNvPr id="38" name="Google Shape;38;h19034d514f5d6f97_0_1810"/>
          <p:cNvPicPr preferRelativeResize="0"/>
          <p:nvPr/>
        </p:nvPicPr>
        <p:blipFill>
          <a:blip r:embed="rId3">
            <a:alphaModFix/>
          </a:blip>
          <a:stretch>
            <a:fillRect/>
          </a:stretch>
        </p:blipFill>
        <p:spPr>
          <a:xfrm>
            <a:off x="815775" y="750225"/>
            <a:ext cx="758774" cy="705798"/>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Green Cover">
  <p:cSld name="TITLE_2_1_1_1">
    <p:bg>
      <p:bgPr>
        <a:blipFill>
          <a:blip r:embed="rId2">
            <a:alphaModFix/>
          </a:blip>
          <a:stretch>
            <a:fillRect/>
          </a:stretch>
        </a:blipFill>
        <a:effectLst/>
      </p:bgPr>
    </p:bg>
    <p:spTree>
      <p:nvGrpSpPr>
        <p:cNvPr id="1" name="Shape 39"/>
        <p:cNvGrpSpPr/>
        <p:nvPr/>
      </p:nvGrpSpPr>
      <p:grpSpPr>
        <a:xfrm>
          <a:off x="0" y="0"/>
          <a:ext cx="0" cy="0"/>
          <a:chOff x="0" y="0"/>
          <a:chExt cx="0" cy="0"/>
        </a:xfrm>
      </p:grpSpPr>
      <p:sp>
        <p:nvSpPr>
          <p:cNvPr id="40" name="Google Shape;40;h19034d514f5d6f97_0_1815"/>
          <p:cNvSpPr txBox="1">
            <a:spLocks noGrp="1"/>
          </p:cNvSpPr>
          <p:nvPr>
            <p:ph type="ctrTitle"/>
          </p:nvPr>
        </p:nvSpPr>
        <p:spPr>
          <a:xfrm>
            <a:off x="670850" y="1621850"/>
            <a:ext cx="5386800" cy="1415700"/>
          </a:xfrm>
          <a:prstGeom prst="rect">
            <a:avLst/>
          </a:prstGeom>
        </p:spPr>
        <p:txBody>
          <a:bodyPr spcFirstLastPara="1" wrap="square" lIns="91425" tIns="91425" rIns="91425" bIns="91425" anchor="t" anchorCtr="0">
            <a:normAutofit/>
          </a:bodyPr>
          <a:lstStyle>
            <a:lvl1pPr lvl="0">
              <a:spcBef>
                <a:spcPts val="0"/>
              </a:spcBef>
              <a:spcAft>
                <a:spcPts val="0"/>
              </a:spcAft>
              <a:buSzPts val="4500"/>
              <a:buNone/>
              <a:defRPr sz="4500"/>
            </a:lvl1pPr>
            <a:lvl2pPr lvl="1">
              <a:spcBef>
                <a:spcPts val="0"/>
              </a:spcBef>
              <a:spcAft>
                <a:spcPts val="0"/>
              </a:spcAft>
              <a:buSzPts val="5200"/>
              <a:buFont typeface="Inter Tight"/>
              <a:buNone/>
              <a:defRPr sz="5200">
                <a:latin typeface="Inter Tight"/>
                <a:ea typeface="Inter Tight"/>
                <a:cs typeface="Inter Tight"/>
                <a:sym typeface="Inter Tight"/>
              </a:defRPr>
            </a:lvl2pPr>
            <a:lvl3pPr lvl="2">
              <a:spcBef>
                <a:spcPts val="0"/>
              </a:spcBef>
              <a:spcAft>
                <a:spcPts val="0"/>
              </a:spcAft>
              <a:buSzPts val="5200"/>
              <a:buFont typeface="Inter Tight"/>
              <a:buNone/>
              <a:defRPr sz="5200">
                <a:latin typeface="Inter Tight"/>
                <a:ea typeface="Inter Tight"/>
                <a:cs typeface="Inter Tight"/>
                <a:sym typeface="Inter Tight"/>
              </a:defRPr>
            </a:lvl3pPr>
            <a:lvl4pPr lvl="3">
              <a:spcBef>
                <a:spcPts val="0"/>
              </a:spcBef>
              <a:spcAft>
                <a:spcPts val="0"/>
              </a:spcAft>
              <a:buSzPts val="5200"/>
              <a:buFont typeface="Inter Tight"/>
              <a:buNone/>
              <a:defRPr sz="5200">
                <a:latin typeface="Inter Tight"/>
                <a:ea typeface="Inter Tight"/>
                <a:cs typeface="Inter Tight"/>
                <a:sym typeface="Inter Tight"/>
              </a:defRPr>
            </a:lvl4pPr>
            <a:lvl5pPr lvl="4">
              <a:spcBef>
                <a:spcPts val="0"/>
              </a:spcBef>
              <a:spcAft>
                <a:spcPts val="0"/>
              </a:spcAft>
              <a:buSzPts val="5200"/>
              <a:buFont typeface="Inter Tight"/>
              <a:buNone/>
              <a:defRPr sz="5200">
                <a:latin typeface="Inter Tight"/>
                <a:ea typeface="Inter Tight"/>
                <a:cs typeface="Inter Tight"/>
                <a:sym typeface="Inter Tight"/>
              </a:defRPr>
            </a:lvl5pPr>
            <a:lvl6pPr lvl="5">
              <a:spcBef>
                <a:spcPts val="0"/>
              </a:spcBef>
              <a:spcAft>
                <a:spcPts val="0"/>
              </a:spcAft>
              <a:buSzPts val="5200"/>
              <a:buFont typeface="Inter Tight"/>
              <a:buNone/>
              <a:defRPr sz="5200">
                <a:latin typeface="Inter Tight"/>
                <a:ea typeface="Inter Tight"/>
                <a:cs typeface="Inter Tight"/>
                <a:sym typeface="Inter Tight"/>
              </a:defRPr>
            </a:lvl6pPr>
            <a:lvl7pPr lvl="6">
              <a:spcBef>
                <a:spcPts val="0"/>
              </a:spcBef>
              <a:spcAft>
                <a:spcPts val="0"/>
              </a:spcAft>
              <a:buSzPts val="5200"/>
              <a:buFont typeface="Inter Tight"/>
              <a:buNone/>
              <a:defRPr sz="5200">
                <a:latin typeface="Inter Tight"/>
                <a:ea typeface="Inter Tight"/>
                <a:cs typeface="Inter Tight"/>
                <a:sym typeface="Inter Tight"/>
              </a:defRPr>
            </a:lvl7pPr>
            <a:lvl8pPr lvl="7">
              <a:spcBef>
                <a:spcPts val="0"/>
              </a:spcBef>
              <a:spcAft>
                <a:spcPts val="0"/>
              </a:spcAft>
              <a:buSzPts val="5200"/>
              <a:buFont typeface="Inter Tight"/>
              <a:buNone/>
              <a:defRPr sz="5200">
                <a:latin typeface="Inter Tight"/>
                <a:ea typeface="Inter Tight"/>
                <a:cs typeface="Inter Tight"/>
                <a:sym typeface="Inter Tight"/>
              </a:defRPr>
            </a:lvl8pPr>
            <a:lvl9pPr lvl="8">
              <a:spcBef>
                <a:spcPts val="0"/>
              </a:spcBef>
              <a:spcAft>
                <a:spcPts val="0"/>
              </a:spcAft>
              <a:buSzPts val="5200"/>
              <a:buFont typeface="Inter Tight"/>
              <a:buNone/>
              <a:defRPr sz="5200">
                <a:latin typeface="Inter Tight"/>
                <a:ea typeface="Inter Tight"/>
                <a:cs typeface="Inter Tight"/>
                <a:sym typeface="Inter Tight"/>
              </a:defRPr>
            </a:lvl9pPr>
          </a:lstStyle>
          <a:p>
            <a:endParaRPr/>
          </a:p>
        </p:txBody>
      </p:sp>
      <p:sp>
        <p:nvSpPr>
          <p:cNvPr id="41" name="Google Shape;41;h19034d514f5d6f97_0_1815"/>
          <p:cNvSpPr txBox="1">
            <a:spLocks noGrp="1"/>
          </p:cNvSpPr>
          <p:nvPr>
            <p:ph type="subTitle" idx="1"/>
          </p:nvPr>
        </p:nvSpPr>
        <p:spPr>
          <a:xfrm>
            <a:off x="670850" y="3780897"/>
            <a:ext cx="6460500" cy="7926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Clr>
                <a:srgbClr val="FF438C"/>
              </a:buClr>
              <a:buSzPts val="2000"/>
              <a:buFont typeface="Momo Trust Sans"/>
              <a:buNone/>
              <a:defRPr sz="2000">
                <a:solidFill>
                  <a:srgbClr val="FF438C"/>
                </a:solidFill>
                <a:latin typeface="Momo Trust Sans"/>
                <a:ea typeface="Momo Trust Sans"/>
                <a:cs typeface="Momo Trust Sans"/>
                <a:sym typeface="Momo Trust Sans"/>
              </a:defRPr>
            </a:lvl1pPr>
            <a:lvl2pPr lvl="1">
              <a:lnSpc>
                <a:spcPct val="100000"/>
              </a:lnSpc>
              <a:spcBef>
                <a:spcPts val="0"/>
              </a:spcBef>
              <a:spcAft>
                <a:spcPts val="0"/>
              </a:spcAft>
              <a:buSzPts val="2300"/>
              <a:buNone/>
              <a:defRPr sz="2300"/>
            </a:lvl2pPr>
            <a:lvl3pPr lvl="2">
              <a:lnSpc>
                <a:spcPct val="100000"/>
              </a:lnSpc>
              <a:spcBef>
                <a:spcPts val="0"/>
              </a:spcBef>
              <a:spcAft>
                <a:spcPts val="0"/>
              </a:spcAft>
              <a:buSzPts val="2300"/>
              <a:buNone/>
              <a:defRPr sz="2300"/>
            </a:lvl3pPr>
            <a:lvl4pPr lvl="3">
              <a:lnSpc>
                <a:spcPct val="100000"/>
              </a:lnSpc>
              <a:spcBef>
                <a:spcPts val="0"/>
              </a:spcBef>
              <a:spcAft>
                <a:spcPts val="0"/>
              </a:spcAft>
              <a:buSzPts val="2300"/>
              <a:buNone/>
              <a:defRPr sz="2300"/>
            </a:lvl4pPr>
            <a:lvl5pPr lvl="4">
              <a:lnSpc>
                <a:spcPct val="100000"/>
              </a:lnSpc>
              <a:spcBef>
                <a:spcPts val="0"/>
              </a:spcBef>
              <a:spcAft>
                <a:spcPts val="0"/>
              </a:spcAft>
              <a:buSzPts val="2300"/>
              <a:buNone/>
              <a:defRPr sz="2300"/>
            </a:lvl5pPr>
            <a:lvl6pPr lvl="5">
              <a:lnSpc>
                <a:spcPct val="100000"/>
              </a:lnSpc>
              <a:spcBef>
                <a:spcPts val="0"/>
              </a:spcBef>
              <a:spcAft>
                <a:spcPts val="0"/>
              </a:spcAft>
              <a:buSzPts val="2300"/>
              <a:buNone/>
              <a:defRPr sz="2300"/>
            </a:lvl6pPr>
            <a:lvl7pPr lvl="6">
              <a:lnSpc>
                <a:spcPct val="100000"/>
              </a:lnSpc>
              <a:spcBef>
                <a:spcPts val="0"/>
              </a:spcBef>
              <a:spcAft>
                <a:spcPts val="0"/>
              </a:spcAft>
              <a:buSzPts val="2300"/>
              <a:buNone/>
              <a:defRPr sz="2300"/>
            </a:lvl7pPr>
            <a:lvl8pPr lvl="7">
              <a:lnSpc>
                <a:spcPct val="100000"/>
              </a:lnSpc>
              <a:spcBef>
                <a:spcPts val="0"/>
              </a:spcBef>
              <a:spcAft>
                <a:spcPts val="0"/>
              </a:spcAft>
              <a:buSzPts val="2300"/>
              <a:buNone/>
              <a:defRPr sz="2300"/>
            </a:lvl8pPr>
            <a:lvl9pPr lvl="8">
              <a:lnSpc>
                <a:spcPct val="100000"/>
              </a:lnSpc>
              <a:spcBef>
                <a:spcPts val="0"/>
              </a:spcBef>
              <a:spcAft>
                <a:spcPts val="0"/>
              </a:spcAft>
              <a:buSzPts val="2300"/>
              <a:buNone/>
              <a:defRPr sz="2300"/>
            </a:lvl9pPr>
          </a:lstStyle>
          <a:p>
            <a:endParaRPr/>
          </a:p>
        </p:txBody>
      </p:sp>
      <p:sp>
        <p:nvSpPr>
          <p:cNvPr id="42" name="Google Shape;42;h19034d514f5d6f97_0_181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pic>
        <p:nvPicPr>
          <p:cNvPr id="43" name="Google Shape;43;h19034d514f5d6f97_0_1815"/>
          <p:cNvPicPr preferRelativeResize="0"/>
          <p:nvPr/>
        </p:nvPicPr>
        <p:blipFill>
          <a:blip r:embed="rId3">
            <a:alphaModFix/>
          </a:blip>
          <a:stretch>
            <a:fillRect/>
          </a:stretch>
        </p:blipFill>
        <p:spPr>
          <a:xfrm>
            <a:off x="815775" y="750225"/>
            <a:ext cx="758774" cy="705798"/>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eal Cover">
  <p:cSld name="TITLE_2_1_1_1_1">
    <p:bg>
      <p:bgPr>
        <a:blipFill>
          <a:blip r:embed="rId2">
            <a:alphaModFix/>
          </a:blip>
          <a:stretch>
            <a:fillRect/>
          </a:stretch>
        </a:blipFill>
        <a:effectLst/>
      </p:bgPr>
    </p:bg>
    <p:spTree>
      <p:nvGrpSpPr>
        <p:cNvPr id="1" name="Shape 44"/>
        <p:cNvGrpSpPr/>
        <p:nvPr/>
      </p:nvGrpSpPr>
      <p:grpSpPr>
        <a:xfrm>
          <a:off x="0" y="0"/>
          <a:ext cx="0" cy="0"/>
          <a:chOff x="0" y="0"/>
          <a:chExt cx="0" cy="0"/>
        </a:xfrm>
      </p:grpSpPr>
      <p:sp>
        <p:nvSpPr>
          <p:cNvPr id="45" name="Google Shape;45;h19034d514f5d6f97_0_1820"/>
          <p:cNvSpPr txBox="1">
            <a:spLocks noGrp="1"/>
          </p:cNvSpPr>
          <p:nvPr>
            <p:ph type="ctrTitle"/>
          </p:nvPr>
        </p:nvSpPr>
        <p:spPr>
          <a:xfrm>
            <a:off x="670850" y="1621850"/>
            <a:ext cx="5386800" cy="1415700"/>
          </a:xfrm>
          <a:prstGeom prst="rect">
            <a:avLst/>
          </a:prstGeom>
        </p:spPr>
        <p:txBody>
          <a:bodyPr spcFirstLastPara="1" wrap="square" lIns="91425" tIns="91425" rIns="91425" bIns="91425" anchor="t" anchorCtr="0">
            <a:normAutofit/>
          </a:bodyPr>
          <a:lstStyle>
            <a:lvl1pPr lvl="0">
              <a:spcBef>
                <a:spcPts val="0"/>
              </a:spcBef>
              <a:spcAft>
                <a:spcPts val="0"/>
              </a:spcAft>
              <a:buSzPts val="4500"/>
              <a:buNone/>
              <a:defRPr sz="4500"/>
            </a:lvl1pPr>
            <a:lvl2pPr lvl="1">
              <a:spcBef>
                <a:spcPts val="0"/>
              </a:spcBef>
              <a:spcAft>
                <a:spcPts val="0"/>
              </a:spcAft>
              <a:buSzPts val="5200"/>
              <a:buFont typeface="Inter Tight"/>
              <a:buNone/>
              <a:defRPr sz="5200">
                <a:latin typeface="Inter Tight"/>
                <a:ea typeface="Inter Tight"/>
                <a:cs typeface="Inter Tight"/>
                <a:sym typeface="Inter Tight"/>
              </a:defRPr>
            </a:lvl2pPr>
            <a:lvl3pPr lvl="2">
              <a:spcBef>
                <a:spcPts val="0"/>
              </a:spcBef>
              <a:spcAft>
                <a:spcPts val="0"/>
              </a:spcAft>
              <a:buSzPts val="5200"/>
              <a:buFont typeface="Inter Tight"/>
              <a:buNone/>
              <a:defRPr sz="5200">
                <a:latin typeface="Inter Tight"/>
                <a:ea typeface="Inter Tight"/>
                <a:cs typeface="Inter Tight"/>
                <a:sym typeface="Inter Tight"/>
              </a:defRPr>
            </a:lvl3pPr>
            <a:lvl4pPr lvl="3">
              <a:spcBef>
                <a:spcPts val="0"/>
              </a:spcBef>
              <a:spcAft>
                <a:spcPts val="0"/>
              </a:spcAft>
              <a:buSzPts val="5200"/>
              <a:buFont typeface="Inter Tight"/>
              <a:buNone/>
              <a:defRPr sz="5200">
                <a:latin typeface="Inter Tight"/>
                <a:ea typeface="Inter Tight"/>
                <a:cs typeface="Inter Tight"/>
                <a:sym typeface="Inter Tight"/>
              </a:defRPr>
            </a:lvl4pPr>
            <a:lvl5pPr lvl="4">
              <a:spcBef>
                <a:spcPts val="0"/>
              </a:spcBef>
              <a:spcAft>
                <a:spcPts val="0"/>
              </a:spcAft>
              <a:buSzPts val="5200"/>
              <a:buFont typeface="Inter Tight"/>
              <a:buNone/>
              <a:defRPr sz="5200">
                <a:latin typeface="Inter Tight"/>
                <a:ea typeface="Inter Tight"/>
                <a:cs typeface="Inter Tight"/>
                <a:sym typeface="Inter Tight"/>
              </a:defRPr>
            </a:lvl5pPr>
            <a:lvl6pPr lvl="5">
              <a:spcBef>
                <a:spcPts val="0"/>
              </a:spcBef>
              <a:spcAft>
                <a:spcPts val="0"/>
              </a:spcAft>
              <a:buSzPts val="5200"/>
              <a:buFont typeface="Inter Tight"/>
              <a:buNone/>
              <a:defRPr sz="5200">
                <a:latin typeface="Inter Tight"/>
                <a:ea typeface="Inter Tight"/>
                <a:cs typeface="Inter Tight"/>
                <a:sym typeface="Inter Tight"/>
              </a:defRPr>
            </a:lvl6pPr>
            <a:lvl7pPr lvl="6">
              <a:spcBef>
                <a:spcPts val="0"/>
              </a:spcBef>
              <a:spcAft>
                <a:spcPts val="0"/>
              </a:spcAft>
              <a:buSzPts val="5200"/>
              <a:buFont typeface="Inter Tight"/>
              <a:buNone/>
              <a:defRPr sz="5200">
                <a:latin typeface="Inter Tight"/>
                <a:ea typeface="Inter Tight"/>
                <a:cs typeface="Inter Tight"/>
                <a:sym typeface="Inter Tight"/>
              </a:defRPr>
            </a:lvl7pPr>
            <a:lvl8pPr lvl="7">
              <a:spcBef>
                <a:spcPts val="0"/>
              </a:spcBef>
              <a:spcAft>
                <a:spcPts val="0"/>
              </a:spcAft>
              <a:buSzPts val="5200"/>
              <a:buFont typeface="Inter Tight"/>
              <a:buNone/>
              <a:defRPr sz="5200">
                <a:latin typeface="Inter Tight"/>
                <a:ea typeface="Inter Tight"/>
                <a:cs typeface="Inter Tight"/>
                <a:sym typeface="Inter Tight"/>
              </a:defRPr>
            </a:lvl8pPr>
            <a:lvl9pPr lvl="8">
              <a:spcBef>
                <a:spcPts val="0"/>
              </a:spcBef>
              <a:spcAft>
                <a:spcPts val="0"/>
              </a:spcAft>
              <a:buSzPts val="5200"/>
              <a:buFont typeface="Inter Tight"/>
              <a:buNone/>
              <a:defRPr sz="5200">
                <a:latin typeface="Inter Tight"/>
                <a:ea typeface="Inter Tight"/>
                <a:cs typeface="Inter Tight"/>
                <a:sym typeface="Inter Tight"/>
              </a:defRPr>
            </a:lvl9pPr>
          </a:lstStyle>
          <a:p>
            <a:endParaRPr/>
          </a:p>
        </p:txBody>
      </p:sp>
      <p:sp>
        <p:nvSpPr>
          <p:cNvPr id="46" name="Google Shape;46;h19034d514f5d6f97_0_1820"/>
          <p:cNvSpPr txBox="1">
            <a:spLocks noGrp="1"/>
          </p:cNvSpPr>
          <p:nvPr>
            <p:ph type="subTitle" idx="1"/>
          </p:nvPr>
        </p:nvSpPr>
        <p:spPr>
          <a:xfrm>
            <a:off x="670850" y="3780897"/>
            <a:ext cx="6460500" cy="7926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Clr>
                <a:srgbClr val="FF438C"/>
              </a:buClr>
              <a:buSzPts val="2000"/>
              <a:buFont typeface="Momo Trust Sans"/>
              <a:buNone/>
              <a:defRPr sz="2000">
                <a:solidFill>
                  <a:srgbClr val="FF438C"/>
                </a:solidFill>
                <a:latin typeface="Momo Trust Sans"/>
                <a:ea typeface="Momo Trust Sans"/>
                <a:cs typeface="Momo Trust Sans"/>
                <a:sym typeface="Momo Trust Sans"/>
              </a:defRPr>
            </a:lvl1pPr>
            <a:lvl2pPr lvl="1">
              <a:lnSpc>
                <a:spcPct val="100000"/>
              </a:lnSpc>
              <a:spcBef>
                <a:spcPts val="0"/>
              </a:spcBef>
              <a:spcAft>
                <a:spcPts val="0"/>
              </a:spcAft>
              <a:buSzPts val="2300"/>
              <a:buNone/>
              <a:defRPr sz="2300"/>
            </a:lvl2pPr>
            <a:lvl3pPr lvl="2">
              <a:lnSpc>
                <a:spcPct val="100000"/>
              </a:lnSpc>
              <a:spcBef>
                <a:spcPts val="0"/>
              </a:spcBef>
              <a:spcAft>
                <a:spcPts val="0"/>
              </a:spcAft>
              <a:buSzPts val="2300"/>
              <a:buNone/>
              <a:defRPr sz="2300"/>
            </a:lvl3pPr>
            <a:lvl4pPr lvl="3">
              <a:lnSpc>
                <a:spcPct val="100000"/>
              </a:lnSpc>
              <a:spcBef>
                <a:spcPts val="0"/>
              </a:spcBef>
              <a:spcAft>
                <a:spcPts val="0"/>
              </a:spcAft>
              <a:buSzPts val="2300"/>
              <a:buNone/>
              <a:defRPr sz="2300"/>
            </a:lvl4pPr>
            <a:lvl5pPr lvl="4">
              <a:lnSpc>
                <a:spcPct val="100000"/>
              </a:lnSpc>
              <a:spcBef>
                <a:spcPts val="0"/>
              </a:spcBef>
              <a:spcAft>
                <a:spcPts val="0"/>
              </a:spcAft>
              <a:buSzPts val="2300"/>
              <a:buNone/>
              <a:defRPr sz="2300"/>
            </a:lvl5pPr>
            <a:lvl6pPr lvl="5">
              <a:lnSpc>
                <a:spcPct val="100000"/>
              </a:lnSpc>
              <a:spcBef>
                <a:spcPts val="0"/>
              </a:spcBef>
              <a:spcAft>
                <a:spcPts val="0"/>
              </a:spcAft>
              <a:buSzPts val="2300"/>
              <a:buNone/>
              <a:defRPr sz="2300"/>
            </a:lvl6pPr>
            <a:lvl7pPr lvl="6">
              <a:lnSpc>
                <a:spcPct val="100000"/>
              </a:lnSpc>
              <a:spcBef>
                <a:spcPts val="0"/>
              </a:spcBef>
              <a:spcAft>
                <a:spcPts val="0"/>
              </a:spcAft>
              <a:buSzPts val="2300"/>
              <a:buNone/>
              <a:defRPr sz="2300"/>
            </a:lvl7pPr>
            <a:lvl8pPr lvl="7">
              <a:lnSpc>
                <a:spcPct val="100000"/>
              </a:lnSpc>
              <a:spcBef>
                <a:spcPts val="0"/>
              </a:spcBef>
              <a:spcAft>
                <a:spcPts val="0"/>
              </a:spcAft>
              <a:buSzPts val="2300"/>
              <a:buNone/>
              <a:defRPr sz="2300"/>
            </a:lvl8pPr>
            <a:lvl9pPr lvl="8">
              <a:lnSpc>
                <a:spcPct val="100000"/>
              </a:lnSpc>
              <a:spcBef>
                <a:spcPts val="0"/>
              </a:spcBef>
              <a:spcAft>
                <a:spcPts val="0"/>
              </a:spcAft>
              <a:buSzPts val="2300"/>
              <a:buNone/>
              <a:defRPr sz="2300"/>
            </a:lvl9pPr>
          </a:lstStyle>
          <a:p>
            <a:endParaRPr/>
          </a:p>
        </p:txBody>
      </p:sp>
      <p:sp>
        <p:nvSpPr>
          <p:cNvPr id="47" name="Google Shape;47;h19034d514f5d6f97_0_182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pic>
        <p:nvPicPr>
          <p:cNvPr id="48" name="Google Shape;48;h19034d514f5d6f97_0_1820"/>
          <p:cNvPicPr preferRelativeResize="0"/>
          <p:nvPr/>
        </p:nvPicPr>
        <p:blipFill>
          <a:blip r:embed="rId3">
            <a:alphaModFix/>
          </a:blip>
          <a:stretch>
            <a:fillRect/>
          </a:stretch>
        </p:blipFill>
        <p:spPr>
          <a:xfrm>
            <a:off x="815775" y="750225"/>
            <a:ext cx="758774" cy="705798"/>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ue Cover">
  <p:cSld name="TITLE_2_1_1_1_1_1">
    <p:bg>
      <p:bgPr>
        <a:blipFill>
          <a:blip r:embed="rId2">
            <a:alphaModFix/>
          </a:blip>
          <a:stretch>
            <a:fillRect/>
          </a:stretch>
        </a:blipFill>
        <a:effectLst/>
      </p:bgPr>
    </p:bg>
    <p:spTree>
      <p:nvGrpSpPr>
        <p:cNvPr id="1" name="Shape 49"/>
        <p:cNvGrpSpPr/>
        <p:nvPr/>
      </p:nvGrpSpPr>
      <p:grpSpPr>
        <a:xfrm>
          <a:off x="0" y="0"/>
          <a:ext cx="0" cy="0"/>
          <a:chOff x="0" y="0"/>
          <a:chExt cx="0" cy="0"/>
        </a:xfrm>
      </p:grpSpPr>
      <p:sp>
        <p:nvSpPr>
          <p:cNvPr id="50" name="Google Shape;50;h19034d514f5d6f97_0_1825"/>
          <p:cNvSpPr txBox="1">
            <a:spLocks noGrp="1"/>
          </p:cNvSpPr>
          <p:nvPr>
            <p:ph type="ctrTitle"/>
          </p:nvPr>
        </p:nvSpPr>
        <p:spPr>
          <a:xfrm>
            <a:off x="670850" y="1621850"/>
            <a:ext cx="5386800" cy="1415700"/>
          </a:xfrm>
          <a:prstGeom prst="rect">
            <a:avLst/>
          </a:prstGeom>
        </p:spPr>
        <p:txBody>
          <a:bodyPr spcFirstLastPara="1" wrap="square" lIns="91425" tIns="91425" rIns="91425" bIns="91425" anchor="t" anchorCtr="0">
            <a:normAutofit/>
          </a:bodyPr>
          <a:lstStyle>
            <a:lvl1pPr lvl="0">
              <a:spcBef>
                <a:spcPts val="0"/>
              </a:spcBef>
              <a:spcAft>
                <a:spcPts val="0"/>
              </a:spcAft>
              <a:buSzPts val="4500"/>
              <a:buNone/>
              <a:defRPr sz="4500"/>
            </a:lvl1pPr>
            <a:lvl2pPr lvl="1">
              <a:spcBef>
                <a:spcPts val="0"/>
              </a:spcBef>
              <a:spcAft>
                <a:spcPts val="0"/>
              </a:spcAft>
              <a:buSzPts val="5200"/>
              <a:buFont typeface="Inter Tight"/>
              <a:buNone/>
              <a:defRPr sz="5200">
                <a:latin typeface="Inter Tight"/>
                <a:ea typeface="Inter Tight"/>
                <a:cs typeface="Inter Tight"/>
                <a:sym typeface="Inter Tight"/>
              </a:defRPr>
            </a:lvl2pPr>
            <a:lvl3pPr lvl="2">
              <a:spcBef>
                <a:spcPts val="0"/>
              </a:spcBef>
              <a:spcAft>
                <a:spcPts val="0"/>
              </a:spcAft>
              <a:buSzPts val="5200"/>
              <a:buFont typeface="Inter Tight"/>
              <a:buNone/>
              <a:defRPr sz="5200">
                <a:latin typeface="Inter Tight"/>
                <a:ea typeface="Inter Tight"/>
                <a:cs typeface="Inter Tight"/>
                <a:sym typeface="Inter Tight"/>
              </a:defRPr>
            </a:lvl3pPr>
            <a:lvl4pPr lvl="3">
              <a:spcBef>
                <a:spcPts val="0"/>
              </a:spcBef>
              <a:spcAft>
                <a:spcPts val="0"/>
              </a:spcAft>
              <a:buSzPts val="5200"/>
              <a:buFont typeface="Inter Tight"/>
              <a:buNone/>
              <a:defRPr sz="5200">
                <a:latin typeface="Inter Tight"/>
                <a:ea typeface="Inter Tight"/>
                <a:cs typeface="Inter Tight"/>
                <a:sym typeface="Inter Tight"/>
              </a:defRPr>
            </a:lvl4pPr>
            <a:lvl5pPr lvl="4">
              <a:spcBef>
                <a:spcPts val="0"/>
              </a:spcBef>
              <a:spcAft>
                <a:spcPts val="0"/>
              </a:spcAft>
              <a:buSzPts val="5200"/>
              <a:buFont typeface="Inter Tight"/>
              <a:buNone/>
              <a:defRPr sz="5200">
                <a:latin typeface="Inter Tight"/>
                <a:ea typeface="Inter Tight"/>
                <a:cs typeface="Inter Tight"/>
                <a:sym typeface="Inter Tight"/>
              </a:defRPr>
            </a:lvl5pPr>
            <a:lvl6pPr lvl="5">
              <a:spcBef>
                <a:spcPts val="0"/>
              </a:spcBef>
              <a:spcAft>
                <a:spcPts val="0"/>
              </a:spcAft>
              <a:buSzPts val="5200"/>
              <a:buFont typeface="Inter Tight"/>
              <a:buNone/>
              <a:defRPr sz="5200">
                <a:latin typeface="Inter Tight"/>
                <a:ea typeface="Inter Tight"/>
                <a:cs typeface="Inter Tight"/>
                <a:sym typeface="Inter Tight"/>
              </a:defRPr>
            </a:lvl6pPr>
            <a:lvl7pPr lvl="6">
              <a:spcBef>
                <a:spcPts val="0"/>
              </a:spcBef>
              <a:spcAft>
                <a:spcPts val="0"/>
              </a:spcAft>
              <a:buSzPts val="5200"/>
              <a:buFont typeface="Inter Tight"/>
              <a:buNone/>
              <a:defRPr sz="5200">
                <a:latin typeface="Inter Tight"/>
                <a:ea typeface="Inter Tight"/>
                <a:cs typeface="Inter Tight"/>
                <a:sym typeface="Inter Tight"/>
              </a:defRPr>
            </a:lvl7pPr>
            <a:lvl8pPr lvl="7">
              <a:spcBef>
                <a:spcPts val="0"/>
              </a:spcBef>
              <a:spcAft>
                <a:spcPts val="0"/>
              </a:spcAft>
              <a:buSzPts val="5200"/>
              <a:buFont typeface="Inter Tight"/>
              <a:buNone/>
              <a:defRPr sz="5200">
                <a:latin typeface="Inter Tight"/>
                <a:ea typeface="Inter Tight"/>
                <a:cs typeface="Inter Tight"/>
                <a:sym typeface="Inter Tight"/>
              </a:defRPr>
            </a:lvl8pPr>
            <a:lvl9pPr lvl="8">
              <a:spcBef>
                <a:spcPts val="0"/>
              </a:spcBef>
              <a:spcAft>
                <a:spcPts val="0"/>
              </a:spcAft>
              <a:buSzPts val="5200"/>
              <a:buFont typeface="Inter Tight"/>
              <a:buNone/>
              <a:defRPr sz="5200">
                <a:latin typeface="Inter Tight"/>
                <a:ea typeface="Inter Tight"/>
                <a:cs typeface="Inter Tight"/>
                <a:sym typeface="Inter Tight"/>
              </a:defRPr>
            </a:lvl9pPr>
          </a:lstStyle>
          <a:p>
            <a:endParaRPr/>
          </a:p>
        </p:txBody>
      </p:sp>
      <p:sp>
        <p:nvSpPr>
          <p:cNvPr id="51" name="Google Shape;51;h19034d514f5d6f97_0_1825"/>
          <p:cNvSpPr txBox="1">
            <a:spLocks noGrp="1"/>
          </p:cNvSpPr>
          <p:nvPr>
            <p:ph type="subTitle" idx="1"/>
          </p:nvPr>
        </p:nvSpPr>
        <p:spPr>
          <a:xfrm>
            <a:off x="670850" y="3780897"/>
            <a:ext cx="6460500" cy="7926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Clr>
                <a:srgbClr val="FF438C"/>
              </a:buClr>
              <a:buSzPts val="2000"/>
              <a:buFont typeface="Momo Trust Sans"/>
              <a:buNone/>
              <a:defRPr sz="2000">
                <a:solidFill>
                  <a:srgbClr val="FF438C"/>
                </a:solidFill>
                <a:latin typeface="Momo Trust Sans"/>
                <a:ea typeface="Momo Trust Sans"/>
                <a:cs typeface="Momo Trust Sans"/>
                <a:sym typeface="Momo Trust Sans"/>
              </a:defRPr>
            </a:lvl1pPr>
            <a:lvl2pPr lvl="1">
              <a:lnSpc>
                <a:spcPct val="100000"/>
              </a:lnSpc>
              <a:spcBef>
                <a:spcPts val="0"/>
              </a:spcBef>
              <a:spcAft>
                <a:spcPts val="0"/>
              </a:spcAft>
              <a:buSzPts val="2300"/>
              <a:buNone/>
              <a:defRPr sz="2300"/>
            </a:lvl2pPr>
            <a:lvl3pPr lvl="2">
              <a:lnSpc>
                <a:spcPct val="100000"/>
              </a:lnSpc>
              <a:spcBef>
                <a:spcPts val="0"/>
              </a:spcBef>
              <a:spcAft>
                <a:spcPts val="0"/>
              </a:spcAft>
              <a:buSzPts val="2300"/>
              <a:buNone/>
              <a:defRPr sz="2300"/>
            </a:lvl3pPr>
            <a:lvl4pPr lvl="3">
              <a:lnSpc>
                <a:spcPct val="100000"/>
              </a:lnSpc>
              <a:spcBef>
                <a:spcPts val="0"/>
              </a:spcBef>
              <a:spcAft>
                <a:spcPts val="0"/>
              </a:spcAft>
              <a:buSzPts val="2300"/>
              <a:buNone/>
              <a:defRPr sz="2300"/>
            </a:lvl4pPr>
            <a:lvl5pPr lvl="4">
              <a:lnSpc>
                <a:spcPct val="100000"/>
              </a:lnSpc>
              <a:spcBef>
                <a:spcPts val="0"/>
              </a:spcBef>
              <a:spcAft>
                <a:spcPts val="0"/>
              </a:spcAft>
              <a:buSzPts val="2300"/>
              <a:buNone/>
              <a:defRPr sz="2300"/>
            </a:lvl5pPr>
            <a:lvl6pPr lvl="5">
              <a:lnSpc>
                <a:spcPct val="100000"/>
              </a:lnSpc>
              <a:spcBef>
                <a:spcPts val="0"/>
              </a:spcBef>
              <a:spcAft>
                <a:spcPts val="0"/>
              </a:spcAft>
              <a:buSzPts val="2300"/>
              <a:buNone/>
              <a:defRPr sz="2300"/>
            </a:lvl6pPr>
            <a:lvl7pPr lvl="6">
              <a:lnSpc>
                <a:spcPct val="100000"/>
              </a:lnSpc>
              <a:spcBef>
                <a:spcPts val="0"/>
              </a:spcBef>
              <a:spcAft>
                <a:spcPts val="0"/>
              </a:spcAft>
              <a:buSzPts val="2300"/>
              <a:buNone/>
              <a:defRPr sz="2300"/>
            </a:lvl7pPr>
            <a:lvl8pPr lvl="7">
              <a:lnSpc>
                <a:spcPct val="100000"/>
              </a:lnSpc>
              <a:spcBef>
                <a:spcPts val="0"/>
              </a:spcBef>
              <a:spcAft>
                <a:spcPts val="0"/>
              </a:spcAft>
              <a:buSzPts val="2300"/>
              <a:buNone/>
              <a:defRPr sz="2300"/>
            </a:lvl8pPr>
            <a:lvl9pPr lvl="8">
              <a:lnSpc>
                <a:spcPct val="100000"/>
              </a:lnSpc>
              <a:spcBef>
                <a:spcPts val="0"/>
              </a:spcBef>
              <a:spcAft>
                <a:spcPts val="0"/>
              </a:spcAft>
              <a:buSzPts val="2300"/>
              <a:buNone/>
              <a:defRPr sz="2300"/>
            </a:lvl9pPr>
          </a:lstStyle>
          <a:p>
            <a:endParaRPr/>
          </a:p>
        </p:txBody>
      </p:sp>
      <p:sp>
        <p:nvSpPr>
          <p:cNvPr id="52" name="Google Shape;52;h19034d514f5d6f97_0_182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pic>
        <p:nvPicPr>
          <p:cNvPr id="53" name="Google Shape;53;h19034d514f5d6f97_0_1825"/>
          <p:cNvPicPr preferRelativeResize="0"/>
          <p:nvPr/>
        </p:nvPicPr>
        <p:blipFill>
          <a:blip r:embed="rId3">
            <a:alphaModFix/>
          </a:blip>
          <a:stretch>
            <a:fillRect/>
          </a:stretch>
        </p:blipFill>
        <p:spPr>
          <a:xfrm>
            <a:off x="815775" y="750225"/>
            <a:ext cx="758774" cy="705798"/>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Purple Cover">
  <p:cSld name="TITLE_2_1_1_1_1_1_1">
    <p:bg>
      <p:bgPr>
        <a:blipFill>
          <a:blip r:embed="rId2">
            <a:alphaModFix/>
          </a:blip>
          <a:stretch>
            <a:fillRect/>
          </a:stretch>
        </a:blipFill>
        <a:effectLst/>
      </p:bgPr>
    </p:bg>
    <p:spTree>
      <p:nvGrpSpPr>
        <p:cNvPr id="1" name="Shape 54"/>
        <p:cNvGrpSpPr/>
        <p:nvPr/>
      </p:nvGrpSpPr>
      <p:grpSpPr>
        <a:xfrm>
          <a:off x="0" y="0"/>
          <a:ext cx="0" cy="0"/>
          <a:chOff x="0" y="0"/>
          <a:chExt cx="0" cy="0"/>
        </a:xfrm>
      </p:grpSpPr>
      <p:sp>
        <p:nvSpPr>
          <p:cNvPr id="55" name="Google Shape;55;h19034d514f5d6f97_0_1830"/>
          <p:cNvSpPr txBox="1">
            <a:spLocks noGrp="1"/>
          </p:cNvSpPr>
          <p:nvPr>
            <p:ph type="ctrTitle"/>
          </p:nvPr>
        </p:nvSpPr>
        <p:spPr>
          <a:xfrm>
            <a:off x="670850" y="1621850"/>
            <a:ext cx="5386800" cy="1415700"/>
          </a:xfrm>
          <a:prstGeom prst="rect">
            <a:avLst/>
          </a:prstGeom>
        </p:spPr>
        <p:txBody>
          <a:bodyPr spcFirstLastPara="1" wrap="square" lIns="91425" tIns="91425" rIns="91425" bIns="91425" anchor="t" anchorCtr="0">
            <a:normAutofit/>
          </a:bodyPr>
          <a:lstStyle>
            <a:lvl1pPr lvl="0">
              <a:spcBef>
                <a:spcPts val="0"/>
              </a:spcBef>
              <a:spcAft>
                <a:spcPts val="0"/>
              </a:spcAft>
              <a:buSzPts val="4500"/>
              <a:buNone/>
              <a:defRPr sz="4500"/>
            </a:lvl1pPr>
            <a:lvl2pPr lvl="1">
              <a:spcBef>
                <a:spcPts val="0"/>
              </a:spcBef>
              <a:spcAft>
                <a:spcPts val="0"/>
              </a:spcAft>
              <a:buSzPts val="5200"/>
              <a:buFont typeface="Inter Tight"/>
              <a:buNone/>
              <a:defRPr sz="5200">
                <a:latin typeface="Inter Tight"/>
                <a:ea typeface="Inter Tight"/>
                <a:cs typeface="Inter Tight"/>
                <a:sym typeface="Inter Tight"/>
              </a:defRPr>
            </a:lvl2pPr>
            <a:lvl3pPr lvl="2">
              <a:spcBef>
                <a:spcPts val="0"/>
              </a:spcBef>
              <a:spcAft>
                <a:spcPts val="0"/>
              </a:spcAft>
              <a:buSzPts val="5200"/>
              <a:buFont typeface="Inter Tight"/>
              <a:buNone/>
              <a:defRPr sz="5200">
                <a:latin typeface="Inter Tight"/>
                <a:ea typeface="Inter Tight"/>
                <a:cs typeface="Inter Tight"/>
                <a:sym typeface="Inter Tight"/>
              </a:defRPr>
            </a:lvl3pPr>
            <a:lvl4pPr lvl="3">
              <a:spcBef>
                <a:spcPts val="0"/>
              </a:spcBef>
              <a:spcAft>
                <a:spcPts val="0"/>
              </a:spcAft>
              <a:buSzPts val="5200"/>
              <a:buFont typeface="Inter Tight"/>
              <a:buNone/>
              <a:defRPr sz="5200">
                <a:latin typeface="Inter Tight"/>
                <a:ea typeface="Inter Tight"/>
                <a:cs typeface="Inter Tight"/>
                <a:sym typeface="Inter Tight"/>
              </a:defRPr>
            </a:lvl4pPr>
            <a:lvl5pPr lvl="4">
              <a:spcBef>
                <a:spcPts val="0"/>
              </a:spcBef>
              <a:spcAft>
                <a:spcPts val="0"/>
              </a:spcAft>
              <a:buSzPts val="5200"/>
              <a:buFont typeface="Inter Tight"/>
              <a:buNone/>
              <a:defRPr sz="5200">
                <a:latin typeface="Inter Tight"/>
                <a:ea typeface="Inter Tight"/>
                <a:cs typeface="Inter Tight"/>
                <a:sym typeface="Inter Tight"/>
              </a:defRPr>
            </a:lvl5pPr>
            <a:lvl6pPr lvl="5">
              <a:spcBef>
                <a:spcPts val="0"/>
              </a:spcBef>
              <a:spcAft>
                <a:spcPts val="0"/>
              </a:spcAft>
              <a:buSzPts val="5200"/>
              <a:buFont typeface="Inter Tight"/>
              <a:buNone/>
              <a:defRPr sz="5200">
                <a:latin typeface="Inter Tight"/>
                <a:ea typeface="Inter Tight"/>
                <a:cs typeface="Inter Tight"/>
                <a:sym typeface="Inter Tight"/>
              </a:defRPr>
            </a:lvl6pPr>
            <a:lvl7pPr lvl="6">
              <a:spcBef>
                <a:spcPts val="0"/>
              </a:spcBef>
              <a:spcAft>
                <a:spcPts val="0"/>
              </a:spcAft>
              <a:buSzPts val="5200"/>
              <a:buFont typeface="Inter Tight"/>
              <a:buNone/>
              <a:defRPr sz="5200">
                <a:latin typeface="Inter Tight"/>
                <a:ea typeface="Inter Tight"/>
                <a:cs typeface="Inter Tight"/>
                <a:sym typeface="Inter Tight"/>
              </a:defRPr>
            </a:lvl7pPr>
            <a:lvl8pPr lvl="7">
              <a:spcBef>
                <a:spcPts val="0"/>
              </a:spcBef>
              <a:spcAft>
                <a:spcPts val="0"/>
              </a:spcAft>
              <a:buSzPts val="5200"/>
              <a:buFont typeface="Inter Tight"/>
              <a:buNone/>
              <a:defRPr sz="5200">
                <a:latin typeface="Inter Tight"/>
                <a:ea typeface="Inter Tight"/>
                <a:cs typeface="Inter Tight"/>
                <a:sym typeface="Inter Tight"/>
              </a:defRPr>
            </a:lvl8pPr>
            <a:lvl9pPr lvl="8">
              <a:spcBef>
                <a:spcPts val="0"/>
              </a:spcBef>
              <a:spcAft>
                <a:spcPts val="0"/>
              </a:spcAft>
              <a:buSzPts val="5200"/>
              <a:buFont typeface="Inter Tight"/>
              <a:buNone/>
              <a:defRPr sz="5200">
                <a:latin typeface="Inter Tight"/>
                <a:ea typeface="Inter Tight"/>
                <a:cs typeface="Inter Tight"/>
                <a:sym typeface="Inter Tight"/>
              </a:defRPr>
            </a:lvl9pPr>
          </a:lstStyle>
          <a:p>
            <a:endParaRPr/>
          </a:p>
        </p:txBody>
      </p:sp>
      <p:sp>
        <p:nvSpPr>
          <p:cNvPr id="56" name="Google Shape;56;h19034d514f5d6f97_0_1830"/>
          <p:cNvSpPr txBox="1">
            <a:spLocks noGrp="1"/>
          </p:cNvSpPr>
          <p:nvPr>
            <p:ph type="subTitle" idx="1"/>
          </p:nvPr>
        </p:nvSpPr>
        <p:spPr>
          <a:xfrm>
            <a:off x="670850" y="3780897"/>
            <a:ext cx="6460500" cy="7926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Clr>
                <a:srgbClr val="FF438C"/>
              </a:buClr>
              <a:buSzPts val="2000"/>
              <a:buFont typeface="Momo Trust Sans"/>
              <a:buNone/>
              <a:defRPr sz="2000">
                <a:solidFill>
                  <a:srgbClr val="FF438C"/>
                </a:solidFill>
                <a:latin typeface="Momo Trust Sans"/>
                <a:ea typeface="Momo Trust Sans"/>
                <a:cs typeface="Momo Trust Sans"/>
                <a:sym typeface="Momo Trust Sans"/>
              </a:defRPr>
            </a:lvl1pPr>
            <a:lvl2pPr lvl="1">
              <a:lnSpc>
                <a:spcPct val="100000"/>
              </a:lnSpc>
              <a:spcBef>
                <a:spcPts val="0"/>
              </a:spcBef>
              <a:spcAft>
                <a:spcPts val="0"/>
              </a:spcAft>
              <a:buSzPts val="2300"/>
              <a:buNone/>
              <a:defRPr sz="2300"/>
            </a:lvl2pPr>
            <a:lvl3pPr lvl="2">
              <a:lnSpc>
                <a:spcPct val="100000"/>
              </a:lnSpc>
              <a:spcBef>
                <a:spcPts val="0"/>
              </a:spcBef>
              <a:spcAft>
                <a:spcPts val="0"/>
              </a:spcAft>
              <a:buSzPts val="2300"/>
              <a:buNone/>
              <a:defRPr sz="2300"/>
            </a:lvl3pPr>
            <a:lvl4pPr lvl="3">
              <a:lnSpc>
                <a:spcPct val="100000"/>
              </a:lnSpc>
              <a:spcBef>
                <a:spcPts val="0"/>
              </a:spcBef>
              <a:spcAft>
                <a:spcPts val="0"/>
              </a:spcAft>
              <a:buSzPts val="2300"/>
              <a:buNone/>
              <a:defRPr sz="2300"/>
            </a:lvl4pPr>
            <a:lvl5pPr lvl="4">
              <a:lnSpc>
                <a:spcPct val="100000"/>
              </a:lnSpc>
              <a:spcBef>
                <a:spcPts val="0"/>
              </a:spcBef>
              <a:spcAft>
                <a:spcPts val="0"/>
              </a:spcAft>
              <a:buSzPts val="2300"/>
              <a:buNone/>
              <a:defRPr sz="2300"/>
            </a:lvl5pPr>
            <a:lvl6pPr lvl="5">
              <a:lnSpc>
                <a:spcPct val="100000"/>
              </a:lnSpc>
              <a:spcBef>
                <a:spcPts val="0"/>
              </a:spcBef>
              <a:spcAft>
                <a:spcPts val="0"/>
              </a:spcAft>
              <a:buSzPts val="2300"/>
              <a:buNone/>
              <a:defRPr sz="2300"/>
            </a:lvl6pPr>
            <a:lvl7pPr lvl="6">
              <a:lnSpc>
                <a:spcPct val="100000"/>
              </a:lnSpc>
              <a:spcBef>
                <a:spcPts val="0"/>
              </a:spcBef>
              <a:spcAft>
                <a:spcPts val="0"/>
              </a:spcAft>
              <a:buSzPts val="2300"/>
              <a:buNone/>
              <a:defRPr sz="2300"/>
            </a:lvl7pPr>
            <a:lvl8pPr lvl="7">
              <a:lnSpc>
                <a:spcPct val="100000"/>
              </a:lnSpc>
              <a:spcBef>
                <a:spcPts val="0"/>
              </a:spcBef>
              <a:spcAft>
                <a:spcPts val="0"/>
              </a:spcAft>
              <a:buSzPts val="2300"/>
              <a:buNone/>
              <a:defRPr sz="2300"/>
            </a:lvl8pPr>
            <a:lvl9pPr lvl="8">
              <a:lnSpc>
                <a:spcPct val="100000"/>
              </a:lnSpc>
              <a:spcBef>
                <a:spcPts val="0"/>
              </a:spcBef>
              <a:spcAft>
                <a:spcPts val="0"/>
              </a:spcAft>
              <a:buSzPts val="2300"/>
              <a:buNone/>
              <a:defRPr sz="2300"/>
            </a:lvl9pPr>
          </a:lstStyle>
          <a:p>
            <a:endParaRPr/>
          </a:p>
        </p:txBody>
      </p:sp>
      <p:sp>
        <p:nvSpPr>
          <p:cNvPr id="57" name="Google Shape;57;h19034d514f5d6f97_0_183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pic>
        <p:nvPicPr>
          <p:cNvPr id="58" name="Google Shape;58;h19034d514f5d6f97_0_1830"/>
          <p:cNvPicPr preferRelativeResize="0"/>
          <p:nvPr/>
        </p:nvPicPr>
        <p:blipFill>
          <a:blip r:embed="rId3">
            <a:alphaModFix/>
          </a:blip>
          <a:stretch>
            <a:fillRect/>
          </a:stretch>
        </p:blipFill>
        <p:spPr>
          <a:xfrm>
            <a:off x="815775" y="750225"/>
            <a:ext cx="758774" cy="705798"/>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type="tx">
  <p:cSld name="TITLE_AND_BODY">
    <p:bg>
      <p:bgPr>
        <a:blipFill>
          <a:blip r:embed="rId2">
            <a:alphaModFix/>
          </a:blip>
          <a:stretch>
            <a:fillRect/>
          </a:stretch>
        </a:blipFill>
        <a:effectLst/>
      </p:bgPr>
    </p:bg>
    <p:spTree>
      <p:nvGrpSpPr>
        <p:cNvPr id="1" name="Shape 59"/>
        <p:cNvGrpSpPr/>
        <p:nvPr/>
      </p:nvGrpSpPr>
      <p:grpSpPr>
        <a:xfrm>
          <a:off x="0" y="0"/>
          <a:ext cx="0" cy="0"/>
          <a:chOff x="0" y="0"/>
          <a:chExt cx="0" cy="0"/>
        </a:xfrm>
      </p:grpSpPr>
      <p:sp>
        <p:nvSpPr>
          <p:cNvPr id="60" name="Google Shape;60;h19034d514f5d6f97_0_183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61" name="Google Shape;61;h19034d514f5d6f97_0_1835"/>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36550">
              <a:spcBef>
                <a:spcPts val="0"/>
              </a:spcBef>
              <a:spcAft>
                <a:spcPts val="0"/>
              </a:spcAft>
              <a:buSzPts val="1700"/>
              <a:buFont typeface="Momo Trust Sans"/>
              <a:buChar char="●"/>
              <a:defRPr>
                <a:latin typeface="Momo Trust Sans"/>
                <a:ea typeface="Momo Trust Sans"/>
                <a:cs typeface="Momo Trust Sans"/>
                <a:sym typeface="Momo Trust Sans"/>
              </a:defRPr>
            </a:lvl1pPr>
            <a:lvl2pPr marL="914400" lvl="1" indent="-311150">
              <a:spcBef>
                <a:spcPts val="0"/>
              </a:spcBef>
              <a:spcAft>
                <a:spcPts val="0"/>
              </a:spcAft>
              <a:buSzPts val="1300"/>
              <a:buChar char="○"/>
              <a:defRPr/>
            </a:lvl2pPr>
            <a:lvl3pPr marL="1371600" lvl="2" indent="-311150">
              <a:spcBef>
                <a:spcPts val="0"/>
              </a:spcBef>
              <a:spcAft>
                <a:spcPts val="0"/>
              </a:spcAft>
              <a:buSzPts val="1300"/>
              <a:buChar char="■"/>
              <a:defRPr/>
            </a:lvl3pPr>
            <a:lvl4pPr marL="1828800" lvl="3" indent="-311150">
              <a:spcBef>
                <a:spcPts val="0"/>
              </a:spcBef>
              <a:spcAft>
                <a:spcPts val="0"/>
              </a:spcAft>
              <a:buSzPts val="1300"/>
              <a:buChar char="●"/>
              <a:defRPr/>
            </a:lvl4pPr>
            <a:lvl5pPr marL="2286000" lvl="4" indent="-311150">
              <a:spcBef>
                <a:spcPts val="0"/>
              </a:spcBef>
              <a:spcAft>
                <a:spcPts val="0"/>
              </a:spcAft>
              <a:buSzPts val="1300"/>
              <a:buChar char="○"/>
              <a:defRPr/>
            </a:lvl5pPr>
            <a:lvl6pPr marL="2743200" lvl="5" indent="-311150">
              <a:spcBef>
                <a:spcPts val="0"/>
              </a:spcBef>
              <a:spcAft>
                <a:spcPts val="0"/>
              </a:spcAft>
              <a:buSzPts val="1300"/>
              <a:buChar char="■"/>
              <a:defRPr/>
            </a:lvl6pPr>
            <a:lvl7pPr marL="3200400" lvl="6" indent="-311150">
              <a:spcBef>
                <a:spcPts val="0"/>
              </a:spcBef>
              <a:spcAft>
                <a:spcPts val="0"/>
              </a:spcAft>
              <a:buSzPts val="1300"/>
              <a:buChar char="●"/>
              <a:defRPr/>
            </a:lvl7pPr>
            <a:lvl8pPr marL="3657600" lvl="7" indent="-311150">
              <a:spcBef>
                <a:spcPts val="0"/>
              </a:spcBef>
              <a:spcAft>
                <a:spcPts val="0"/>
              </a:spcAft>
              <a:buSzPts val="1300"/>
              <a:buChar char="○"/>
              <a:defRPr/>
            </a:lvl8pPr>
            <a:lvl9pPr marL="4114800" lvl="8" indent="-311150">
              <a:spcBef>
                <a:spcPts val="0"/>
              </a:spcBef>
              <a:spcAft>
                <a:spcPts val="0"/>
              </a:spcAft>
              <a:buSzPts val="1300"/>
              <a:buChar char="■"/>
              <a:defRPr/>
            </a:lvl9pPr>
          </a:lstStyle>
          <a:p>
            <a:endParaRPr/>
          </a:p>
        </p:txBody>
      </p:sp>
      <p:sp>
        <p:nvSpPr>
          <p:cNvPr id="62" name="Google Shape;62;h19034d514f5d6f97_0_183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Pink Break Page">
  <p:cSld name="CUSTOM">
    <p:bg>
      <p:bgPr>
        <a:blipFill>
          <a:blip r:embed="rId2">
            <a:alphaModFix/>
          </a:blip>
          <a:stretch>
            <a:fillRect/>
          </a:stretch>
        </a:blipFill>
        <a:effectLst/>
      </p:bgPr>
    </p:bg>
    <p:spTree>
      <p:nvGrpSpPr>
        <p:cNvPr id="1" name="Shape 63"/>
        <p:cNvGrpSpPr/>
        <p:nvPr/>
      </p:nvGrpSpPr>
      <p:grpSpPr>
        <a:xfrm>
          <a:off x="0" y="0"/>
          <a:ext cx="0" cy="0"/>
          <a:chOff x="0" y="0"/>
          <a:chExt cx="0" cy="0"/>
        </a:xfrm>
      </p:grpSpPr>
      <p:sp>
        <p:nvSpPr>
          <p:cNvPr id="64" name="Google Shape;64;h19034d514f5d6f97_0_1839"/>
          <p:cNvSpPr txBox="1">
            <a:spLocks noGrp="1"/>
          </p:cNvSpPr>
          <p:nvPr>
            <p:ph type="title"/>
          </p:nvPr>
        </p:nvSpPr>
        <p:spPr>
          <a:xfrm>
            <a:off x="3249100" y="2649700"/>
            <a:ext cx="4786800" cy="1835700"/>
          </a:xfrm>
          <a:prstGeom prst="rect">
            <a:avLst/>
          </a:prstGeom>
        </p:spPr>
        <p:txBody>
          <a:bodyPr spcFirstLastPara="1" wrap="square" lIns="91425" tIns="91425" rIns="91425" bIns="91425" anchor="t" anchorCtr="0">
            <a:normAutofit/>
          </a:bodyPr>
          <a:lstStyle>
            <a:lvl1pPr lvl="0">
              <a:spcBef>
                <a:spcPts val="0"/>
              </a:spcBef>
              <a:spcAft>
                <a:spcPts val="0"/>
              </a:spcAft>
              <a:buSzPts val="3500"/>
              <a:buNone/>
              <a:defRPr sz="3500"/>
            </a:lvl1pPr>
            <a:lvl2pPr lvl="1">
              <a:spcBef>
                <a:spcPts val="0"/>
              </a:spcBef>
              <a:spcAft>
                <a:spcPts val="0"/>
              </a:spcAft>
              <a:buSzPts val="2800"/>
              <a:buFont typeface="Inter"/>
              <a:buNone/>
              <a:defRPr>
                <a:latin typeface="Inter"/>
                <a:ea typeface="Inter"/>
                <a:cs typeface="Inter"/>
                <a:sym typeface="Inter"/>
              </a:defRPr>
            </a:lvl2pPr>
            <a:lvl3pPr lvl="2">
              <a:spcBef>
                <a:spcPts val="0"/>
              </a:spcBef>
              <a:spcAft>
                <a:spcPts val="0"/>
              </a:spcAft>
              <a:buSzPts val="2800"/>
              <a:buFont typeface="Inter"/>
              <a:buNone/>
              <a:defRPr>
                <a:latin typeface="Inter"/>
                <a:ea typeface="Inter"/>
                <a:cs typeface="Inter"/>
                <a:sym typeface="Inter"/>
              </a:defRPr>
            </a:lvl3pPr>
            <a:lvl4pPr lvl="3">
              <a:spcBef>
                <a:spcPts val="0"/>
              </a:spcBef>
              <a:spcAft>
                <a:spcPts val="0"/>
              </a:spcAft>
              <a:buSzPts val="2800"/>
              <a:buFont typeface="Inter"/>
              <a:buNone/>
              <a:defRPr>
                <a:latin typeface="Inter"/>
                <a:ea typeface="Inter"/>
                <a:cs typeface="Inter"/>
                <a:sym typeface="Inter"/>
              </a:defRPr>
            </a:lvl4pPr>
            <a:lvl5pPr lvl="4">
              <a:spcBef>
                <a:spcPts val="0"/>
              </a:spcBef>
              <a:spcAft>
                <a:spcPts val="0"/>
              </a:spcAft>
              <a:buSzPts val="2800"/>
              <a:buFont typeface="Inter"/>
              <a:buNone/>
              <a:defRPr>
                <a:latin typeface="Inter"/>
                <a:ea typeface="Inter"/>
                <a:cs typeface="Inter"/>
                <a:sym typeface="Inter"/>
              </a:defRPr>
            </a:lvl5pPr>
            <a:lvl6pPr lvl="5">
              <a:spcBef>
                <a:spcPts val="0"/>
              </a:spcBef>
              <a:spcAft>
                <a:spcPts val="0"/>
              </a:spcAft>
              <a:buSzPts val="2800"/>
              <a:buFont typeface="Inter"/>
              <a:buNone/>
              <a:defRPr>
                <a:latin typeface="Inter"/>
                <a:ea typeface="Inter"/>
                <a:cs typeface="Inter"/>
                <a:sym typeface="Inter"/>
              </a:defRPr>
            </a:lvl6pPr>
            <a:lvl7pPr lvl="6">
              <a:spcBef>
                <a:spcPts val="0"/>
              </a:spcBef>
              <a:spcAft>
                <a:spcPts val="0"/>
              </a:spcAft>
              <a:buSzPts val="2800"/>
              <a:buFont typeface="Inter"/>
              <a:buNone/>
              <a:defRPr>
                <a:latin typeface="Inter"/>
                <a:ea typeface="Inter"/>
                <a:cs typeface="Inter"/>
                <a:sym typeface="Inter"/>
              </a:defRPr>
            </a:lvl7pPr>
            <a:lvl8pPr lvl="7">
              <a:spcBef>
                <a:spcPts val="0"/>
              </a:spcBef>
              <a:spcAft>
                <a:spcPts val="0"/>
              </a:spcAft>
              <a:buSzPts val="2800"/>
              <a:buFont typeface="Inter"/>
              <a:buNone/>
              <a:defRPr>
                <a:latin typeface="Inter"/>
                <a:ea typeface="Inter"/>
                <a:cs typeface="Inter"/>
                <a:sym typeface="Inter"/>
              </a:defRPr>
            </a:lvl8pPr>
            <a:lvl9pPr lvl="8">
              <a:spcBef>
                <a:spcPts val="0"/>
              </a:spcBef>
              <a:spcAft>
                <a:spcPts val="0"/>
              </a:spcAft>
              <a:buSzPts val="2800"/>
              <a:buFont typeface="Inter"/>
              <a:buNone/>
              <a:defRPr>
                <a:latin typeface="Inter"/>
                <a:ea typeface="Inter"/>
                <a:cs typeface="Inter"/>
                <a:sym typeface="Inter"/>
              </a:defRPr>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Red Break Page">
  <p:cSld name="CUSTOM_3">
    <p:bg>
      <p:bgPr>
        <a:blipFill>
          <a:blip r:embed="rId2">
            <a:alphaModFix/>
          </a:blip>
          <a:stretch>
            <a:fillRect/>
          </a:stretch>
        </a:blipFill>
        <a:effectLst/>
      </p:bgPr>
    </p:bg>
    <p:spTree>
      <p:nvGrpSpPr>
        <p:cNvPr id="1" name="Shape 65"/>
        <p:cNvGrpSpPr/>
        <p:nvPr/>
      </p:nvGrpSpPr>
      <p:grpSpPr>
        <a:xfrm>
          <a:off x="0" y="0"/>
          <a:ext cx="0" cy="0"/>
          <a:chOff x="0" y="0"/>
          <a:chExt cx="0" cy="0"/>
        </a:xfrm>
      </p:grpSpPr>
      <p:sp>
        <p:nvSpPr>
          <p:cNvPr id="66" name="Google Shape;66;h19034d514f5d6f97_0_1841"/>
          <p:cNvSpPr txBox="1">
            <a:spLocks noGrp="1"/>
          </p:cNvSpPr>
          <p:nvPr>
            <p:ph type="title"/>
          </p:nvPr>
        </p:nvSpPr>
        <p:spPr>
          <a:xfrm>
            <a:off x="3249100" y="2649700"/>
            <a:ext cx="4786800" cy="1835700"/>
          </a:xfrm>
          <a:prstGeom prst="rect">
            <a:avLst/>
          </a:prstGeom>
        </p:spPr>
        <p:txBody>
          <a:bodyPr spcFirstLastPara="1" wrap="square" lIns="91425" tIns="91425" rIns="91425" bIns="91425" anchor="t" anchorCtr="0">
            <a:normAutofit/>
          </a:bodyPr>
          <a:lstStyle>
            <a:lvl1pPr lvl="0">
              <a:spcBef>
                <a:spcPts val="0"/>
              </a:spcBef>
              <a:spcAft>
                <a:spcPts val="0"/>
              </a:spcAft>
              <a:buSzPts val="3500"/>
              <a:buNone/>
              <a:defRPr sz="3500"/>
            </a:lvl1pPr>
            <a:lvl2pPr lvl="1">
              <a:spcBef>
                <a:spcPts val="0"/>
              </a:spcBef>
              <a:spcAft>
                <a:spcPts val="0"/>
              </a:spcAft>
              <a:buSzPts val="2800"/>
              <a:buFont typeface="Inter"/>
              <a:buNone/>
              <a:defRPr>
                <a:latin typeface="Inter"/>
                <a:ea typeface="Inter"/>
                <a:cs typeface="Inter"/>
                <a:sym typeface="Inter"/>
              </a:defRPr>
            </a:lvl2pPr>
            <a:lvl3pPr lvl="2">
              <a:spcBef>
                <a:spcPts val="0"/>
              </a:spcBef>
              <a:spcAft>
                <a:spcPts val="0"/>
              </a:spcAft>
              <a:buSzPts val="2800"/>
              <a:buFont typeface="Inter"/>
              <a:buNone/>
              <a:defRPr>
                <a:latin typeface="Inter"/>
                <a:ea typeface="Inter"/>
                <a:cs typeface="Inter"/>
                <a:sym typeface="Inter"/>
              </a:defRPr>
            </a:lvl3pPr>
            <a:lvl4pPr lvl="3">
              <a:spcBef>
                <a:spcPts val="0"/>
              </a:spcBef>
              <a:spcAft>
                <a:spcPts val="0"/>
              </a:spcAft>
              <a:buSzPts val="2800"/>
              <a:buFont typeface="Inter"/>
              <a:buNone/>
              <a:defRPr>
                <a:latin typeface="Inter"/>
                <a:ea typeface="Inter"/>
                <a:cs typeface="Inter"/>
                <a:sym typeface="Inter"/>
              </a:defRPr>
            </a:lvl4pPr>
            <a:lvl5pPr lvl="4">
              <a:spcBef>
                <a:spcPts val="0"/>
              </a:spcBef>
              <a:spcAft>
                <a:spcPts val="0"/>
              </a:spcAft>
              <a:buSzPts val="2800"/>
              <a:buFont typeface="Inter"/>
              <a:buNone/>
              <a:defRPr>
                <a:latin typeface="Inter"/>
                <a:ea typeface="Inter"/>
                <a:cs typeface="Inter"/>
                <a:sym typeface="Inter"/>
              </a:defRPr>
            </a:lvl5pPr>
            <a:lvl6pPr lvl="5">
              <a:spcBef>
                <a:spcPts val="0"/>
              </a:spcBef>
              <a:spcAft>
                <a:spcPts val="0"/>
              </a:spcAft>
              <a:buSzPts val="2800"/>
              <a:buFont typeface="Inter"/>
              <a:buNone/>
              <a:defRPr>
                <a:latin typeface="Inter"/>
                <a:ea typeface="Inter"/>
                <a:cs typeface="Inter"/>
                <a:sym typeface="Inter"/>
              </a:defRPr>
            </a:lvl6pPr>
            <a:lvl7pPr lvl="6">
              <a:spcBef>
                <a:spcPts val="0"/>
              </a:spcBef>
              <a:spcAft>
                <a:spcPts val="0"/>
              </a:spcAft>
              <a:buSzPts val="2800"/>
              <a:buFont typeface="Inter"/>
              <a:buNone/>
              <a:defRPr>
                <a:latin typeface="Inter"/>
                <a:ea typeface="Inter"/>
                <a:cs typeface="Inter"/>
                <a:sym typeface="Inter"/>
              </a:defRPr>
            </a:lvl7pPr>
            <a:lvl8pPr lvl="7">
              <a:spcBef>
                <a:spcPts val="0"/>
              </a:spcBef>
              <a:spcAft>
                <a:spcPts val="0"/>
              </a:spcAft>
              <a:buSzPts val="2800"/>
              <a:buFont typeface="Inter"/>
              <a:buNone/>
              <a:defRPr>
                <a:latin typeface="Inter"/>
                <a:ea typeface="Inter"/>
                <a:cs typeface="Inter"/>
                <a:sym typeface="Inter"/>
              </a:defRPr>
            </a:lvl8pPr>
            <a:lvl9pPr lvl="8">
              <a:spcBef>
                <a:spcPts val="0"/>
              </a:spcBef>
              <a:spcAft>
                <a:spcPts val="0"/>
              </a:spcAft>
              <a:buSzPts val="2800"/>
              <a:buFont typeface="Inter"/>
              <a:buNone/>
              <a:defRPr>
                <a:latin typeface="Inter"/>
                <a:ea typeface="Inter"/>
                <a:cs typeface="Inter"/>
                <a:sym typeface="Inter"/>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Orange Break Page">
  <p:cSld name="CUSTOM_3_1">
    <p:bg>
      <p:bgPr>
        <a:blipFill>
          <a:blip r:embed="rId2">
            <a:alphaModFix/>
          </a:blip>
          <a:stretch>
            <a:fillRect/>
          </a:stretch>
        </a:blipFill>
        <a:effectLst/>
      </p:bgPr>
    </p:bg>
    <p:spTree>
      <p:nvGrpSpPr>
        <p:cNvPr id="1" name="Shape 67"/>
        <p:cNvGrpSpPr/>
        <p:nvPr/>
      </p:nvGrpSpPr>
      <p:grpSpPr>
        <a:xfrm>
          <a:off x="0" y="0"/>
          <a:ext cx="0" cy="0"/>
          <a:chOff x="0" y="0"/>
          <a:chExt cx="0" cy="0"/>
        </a:xfrm>
      </p:grpSpPr>
      <p:sp>
        <p:nvSpPr>
          <p:cNvPr id="68" name="Google Shape;68;h19034d514f5d6f97_0_1843"/>
          <p:cNvSpPr txBox="1">
            <a:spLocks noGrp="1"/>
          </p:cNvSpPr>
          <p:nvPr>
            <p:ph type="title"/>
          </p:nvPr>
        </p:nvSpPr>
        <p:spPr>
          <a:xfrm>
            <a:off x="3249100" y="2649700"/>
            <a:ext cx="4786800" cy="1835700"/>
          </a:xfrm>
          <a:prstGeom prst="rect">
            <a:avLst/>
          </a:prstGeom>
        </p:spPr>
        <p:txBody>
          <a:bodyPr spcFirstLastPara="1" wrap="square" lIns="91425" tIns="91425" rIns="91425" bIns="91425" anchor="t" anchorCtr="0">
            <a:normAutofit/>
          </a:bodyPr>
          <a:lstStyle>
            <a:lvl1pPr lvl="0">
              <a:spcBef>
                <a:spcPts val="0"/>
              </a:spcBef>
              <a:spcAft>
                <a:spcPts val="0"/>
              </a:spcAft>
              <a:buSzPts val="3500"/>
              <a:buNone/>
              <a:defRPr sz="3500"/>
            </a:lvl1pPr>
            <a:lvl2pPr lvl="1">
              <a:spcBef>
                <a:spcPts val="0"/>
              </a:spcBef>
              <a:spcAft>
                <a:spcPts val="0"/>
              </a:spcAft>
              <a:buSzPts val="2800"/>
              <a:buFont typeface="Inter"/>
              <a:buNone/>
              <a:defRPr>
                <a:latin typeface="Inter"/>
                <a:ea typeface="Inter"/>
                <a:cs typeface="Inter"/>
                <a:sym typeface="Inter"/>
              </a:defRPr>
            </a:lvl2pPr>
            <a:lvl3pPr lvl="2">
              <a:spcBef>
                <a:spcPts val="0"/>
              </a:spcBef>
              <a:spcAft>
                <a:spcPts val="0"/>
              </a:spcAft>
              <a:buSzPts val="2800"/>
              <a:buFont typeface="Inter"/>
              <a:buNone/>
              <a:defRPr>
                <a:latin typeface="Inter"/>
                <a:ea typeface="Inter"/>
                <a:cs typeface="Inter"/>
                <a:sym typeface="Inter"/>
              </a:defRPr>
            </a:lvl3pPr>
            <a:lvl4pPr lvl="3">
              <a:spcBef>
                <a:spcPts val="0"/>
              </a:spcBef>
              <a:spcAft>
                <a:spcPts val="0"/>
              </a:spcAft>
              <a:buSzPts val="2800"/>
              <a:buFont typeface="Inter"/>
              <a:buNone/>
              <a:defRPr>
                <a:latin typeface="Inter"/>
                <a:ea typeface="Inter"/>
                <a:cs typeface="Inter"/>
                <a:sym typeface="Inter"/>
              </a:defRPr>
            </a:lvl4pPr>
            <a:lvl5pPr lvl="4">
              <a:spcBef>
                <a:spcPts val="0"/>
              </a:spcBef>
              <a:spcAft>
                <a:spcPts val="0"/>
              </a:spcAft>
              <a:buSzPts val="2800"/>
              <a:buFont typeface="Inter"/>
              <a:buNone/>
              <a:defRPr>
                <a:latin typeface="Inter"/>
                <a:ea typeface="Inter"/>
                <a:cs typeface="Inter"/>
                <a:sym typeface="Inter"/>
              </a:defRPr>
            </a:lvl5pPr>
            <a:lvl6pPr lvl="5">
              <a:spcBef>
                <a:spcPts val="0"/>
              </a:spcBef>
              <a:spcAft>
                <a:spcPts val="0"/>
              </a:spcAft>
              <a:buSzPts val="2800"/>
              <a:buFont typeface="Inter"/>
              <a:buNone/>
              <a:defRPr>
                <a:latin typeface="Inter"/>
                <a:ea typeface="Inter"/>
                <a:cs typeface="Inter"/>
                <a:sym typeface="Inter"/>
              </a:defRPr>
            </a:lvl6pPr>
            <a:lvl7pPr lvl="6">
              <a:spcBef>
                <a:spcPts val="0"/>
              </a:spcBef>
              <a:spcAft>
                <a:spcPts val="0"/>
              </a:spcAft>
              <a:buSzPts val="2800"/>
              <a:buFont typeface="Inter"/>
              <a:buNone/>
              <a:defRPr>
                <a:latin typeface="Inter"/>
                <a:ea typeface="Inter"/>
                <a:cs typeface="Inter"/>
                <a:sym typeface="Inter"/>
              </a:defRPr>
            </a:lvl7pPr>
            <a:lvl8pPr lvl="7">
              <a:spcBef>
                <a:spcPts val="0"/>
              </a:spcBef>
              <a:spcAft>
                <a:spcPts val="0"/>
              </a:spcAft>
              <a:buSzPts val="2800"/>
              <a:buFont typeface="Inter"/>
              <a:buNone/>
              <a:defRPr>
                <a:latin typeface="Inter"/>
                <a:ea typeface="Inter"/>
                <a:cs typeface="Inter"/>
                <a:sym typeface="Inter"/>
              </a:defRPr>
            </a:lvl8pPr>
            <a:lvl9pPr lvl="8">
              <a:spcBef>
                <a:spcPts val="0"/>
              </a:spcBef>
              <a:spcAft>
                <a:spcPts val="0"/>
              </a:spcAft>
              <a:buSzPts val="2800"/>
              <a:buFont typeface="Inter"/>
              <a:buNone/>
              <a:defRPr>
                <a:latin typeface="Inter"/>
                <a:ea typeface="Inter"/>
                <a:cs typeface="Inter"/>
                <a:sym typeface="Inter"/>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Yellow Break Page">
  <p:cSld name="CUSTOM_3_1_1">
    <p:bg>
      <p:bgPr>
        <a:blipFill>
          <a:blip r:embed="rId2">
            <a:alphaModFix/>
          </a:blip>
          <a:stretch>
            <a:fillRect/>
          </a:stretch>
        </a:blipFill>
        <a:effectLst/>
      </p:bgPr>
    </p:bg>
    <p:spTree>
      <p:nvGrpSpPr>
        <p:cNvPr id="1" name="Shape 69"/>
        <p:cNvGrpSpPr/>
        <p:nvPr/>
      </p:nvGrpSpPr>
      <p:grpSpPr>
        <a:xfrm>
          <a:off x="0" y="0"/>
          <a:ext cx="0" cy="0"/>
          <a:chOff x="0" y="0"/>
          <a:chExt cx="0" cy="0"/>
        </a:xfrm>
      </p:grpSpPr>
      <p:sp>
        <p:nvSpPr>
          <p:cNvPr id="70" name="Google Shape;70;h19034d514f5d6f97_0_1845"/>
          <p:cNvSpPr txBox="1">
            <a:spLocks noGrp="1"/>
          </p:cNvSpPr>
          <p:nvPr>
            <p:ph type="title"/>
          </p:nvPr>
        </p:nvSpPr>
        <p:spPr>
          <a:xfrm>
            <a:off x="3249100" y="2649700"/>
            <a:ext cx="4786800" cy="1835700"/>
          </a:xfrm>
          <a:prstGeom prst="rect">
            <a:avLst/>
          </a:prstGeom>
        </p:spPr>
        <p:txBody>
          <a:bodyPr spcFirstLastPara="1" wrap="square" lIns="91425" tIns="91425" rIns="91425" bIns="91425" anchor="t" anchorCtr="0">
            <a:normAutofit/>
          </a:bodyPr>
          <a:lstStyle>
            <a:lvl1pPr lvl="0">
              <a:spcBef>
                <a:spcPts val="0"/>
              </a:spcBef>
              <a:spcAft>
                <a:spcPts val="0"/>
              </a:spcAft>
              <a:buSzPts val="3500"/>
              <a:buNone/>
              <a:defRPr sz="3500"/>
            </a:lvl1pPr>
            <a:lvl2pPr lvl="1">
              <a:spcBef>
                <a:spcPts val="0"/>
              </a:spcBef>
              <a:spcAft>
                <a:spcPts val="0"/>
              </a:spcAft>
              <a:buSzPts val="2800"/>
              <a:buFont typeface="Inter"/>
              <a:buNone/>
              <a:defRPr>
                <a:latin typeface="Inter"/>
                <a:ea typeface="Inter"/>
                <a:cs typeface="Inter"/>
                <a:sym typeface="Inter"/>
              </a:defRPr>
            </a:lvl2pPr>
            <a:lvl3pPr lvl="2">
              <a:spcBef>
                <a:spcPts val="0"/>
              </a:spcBef>
              <a:spcAft>
                <a:spcPts val="0"/>
              </a:spcAft>
              <a:buSzPts val="2800"/>
              <a:buFont typeface="Inter"/>
              <a:buNone/>
              <a:defRPr>
                <a:latin typeface="Inter"/>
                <a:ea typeface="Inter"/>
                <a:cs typeface="Inter"/>
                <a:sym typeface="Inter"/>
              </a:defRPr>
            </a:lvl3pPr>
            <a:lvl4pPr lvl="3">
              <a:spcBef>
                <a:spcPts val="0"/>
              </a:spcBef>
              <a:spcAft>
                <a:spcPts val="0"/>
              </a:spcAft>
              <a:buSzPts val="2800"/>
              <a:buFont typeface="Inter"/>
              <a:buNone/>
              <a:defRPr>
                <a:latin typeface="Inter"/>
                <a:ea typeface="Inter"/>
                <a:cs typeface="Inter"/>
                <a:sym typeface="Inter"/>
              </a:defRPr>
            </a:lvl4pPr>
            <a:lvl5pPr lvl="4">
              <a:spcBef>
                <a:spcPts val="0"/>
              </a:spcBef>
              <a:spcAft>
                <a:spcPts val="0"/>
              </a:spcAft>
              <a:buSzPts val="2800"/>
              <a:buFont typeface="Inter"/>
              <a:buNone/>
              <a:defRPr>
                <a:latin typeface="Inter"/>
                <a:ea typeface="Inter"/>
                <a:cs typeface="Inter"/>
                <a:sym typeface="Inter"/>
              </a:defRPr>
            </a:lvl5pPr>
            <a:lvl6pPr lvl="5">
              <a:spcBef>
                <a:spcPts val="0"/>
              </a:spcBef>
              <a:spcAft>
                <a:spcPts val="0"/>
              </a:spcAft>
              <a:buSzPts val="2800"/>
              <a:buFont typeface="Inter"/>
              <a:buNone/>
              <a:defRPr>
                <a:latin typeface="Inter"/>
                <a:ea typeface="Inter"/>
                <a:cs typeface="Inter"/>
                <a:sym typeface="Inter"/>
              </a:defRPr>
            </a:lvl6pPr>
            <a:lvl7pPr lvl="6">
              <a:spcBef>
                <a:spcPts val="0"/>
              </a:spcBef>
              <a:spcAft>
                <a:spcPts val="0"/>
              </a:spcAft>
              <a:buSzPts val="2800"/>
              <a:buFont typeface="Inter"/>
              <a:buNone/>
              <a:defRPr>
                <a:latin typeface="Inter"/>
                <a:ea typeface="Inter"/>
                <a:cs typeface="Inter"/>
                <a:sym typeface="Inter"/>
              </a:defRPr>
            </a:lvl7pPr>
            <a:lvl8pPr lvl="7">
              <a:spcBef>
                <a:spcPts val="0"/>
              </a:spcBef>
              <a:spcAft>
                <a:spcPts val="0"/>
              </a:spcAft>
              <a:buSzPts val="2800"/>
              <a:buFont typeface="Inter"/>
              <a:buNone/>
              <a:defRPr>
                <a:latin typeface="Inter"/>
                <a:ea typeface="Inter"/>
                <a:cs typeface="Inter"/>
                <a:sym typeface="Inter"/>
              </a:defRPr>
            </a:lvl8pPr>
            <a:lvl9pPr lvl="8">
              <a:spcBef>
                <a:spcPts val="0"/>
              </a:spcBef>
              <a:spcAft>
                <a:spcPts val="0"/>
              </a:spcAft>
              <a:buSzPts val="2800"/>
              <a:buFont typeface="Inter"/>
              <a:buNone/>
              <a:defRPr>
                <a:latin typeface="Inter"/>
                <a:ea typeface="Inter"/>
                <a:cs typeface="Inter"/>
                <a:sym typeface="Inter"/>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Green Break Page">
  <p:cSld name="CUSTOM_3_1_1_1">
    <p:bg>
      <p:bgPr>
        <a:blipFill>
          <a:blip r:embed="rId2">
            <a:alphaModFix/>
          </a:blip>
          <a:stretch>
            <a:fillRect/>
          </a:stretch>
        </a:blipFill>
        <a:effectLst/>
      </p:bgPr>
    </p:bg>
    <p:spTree>
      <p:nvGrpSpPr>
        <p:cNvPr id="1" name="Shape 71"/>
        <p:cNvGrpSpPr/>
        <p:nvPr/>
      </p:nvGrpSpPr>
      <p:grpSpPr>
        <a:xfrm>
          <a:off x="0" y="0"/>
          <a:ext cx="0" cy="0"/>
          <a:chOff x="0" y="0"/>
          <a:chExt cx="0" cy="0"/>
        </a:xfrm>
      </p:grpSpPr>
      <p:sp>
        <p:nvSpPr>
          <p:cNvPr id="72" name="Google Shape;72;h19034d514f5d6f97_0_1847"/>
          <p:cNvSpPr txBox="1">
            <a:spLocks noGrp="1"/>
          </p:cNvSpPr>
          <p:nvPr>
            <p:ph type="title"/>
          </p:nvPr>
        </p:nvSpPr>
        <p:spPr>
          <a:xfrm>
            <a:off x="3249100" y="2649700"/>
            <a:ext cx="4786800" cy="1835700"/>
          </a:xfrm>
          <a:prstGeom prst="rect">
            <a:avLst/>
          </a:prstGeom>
        </p:spPr>
        <p:txBody>
          <a:bodyPr spcFirstLastPara="1" wrap="square" lIns="91425" tIns="91425" rIns="91425" bIns="91425" anchor="t" anchorCtr="0">
            <a:normAutofit/>
          </a:bodyPr>
          <a:lstStyle>
            <a:lvl1pPr lvl="0">
              <a:spcBef>
                <a:spcPts val="0"/>
              </a:spcBef>
              <a:spcAft>
                <a:spcPts val="0"/>
              </a:spcAft>
              <a:buSzPts val="3500"/>
              <a:buNone/>
              <a:defRPr sz="3500"/>
            </a:lvl1pPr>
            <a:lvl2pPr lvl="1">
              <a:spcBef>
                <a:spcPts val="0"/>
              </a:spcBef>
              <a:spcAft>
                <a:spcPts val="0"/>
              </a:spcAft>
              <a:buSzPts val="2800"/>
              <a:buFont typeface="Inter"/>
              <a:buNone/>
              <a:defRPr>
                <a:latin typeface="Inter"/>
                <a:ea typeface="Inter"/>
                <a:cs typeface="Inter"/>
                <a:sym typeface="Inter"/>
              </a:defRPr>
            </a:lvl2pPr>
            <a:lvl3pPr lvl="2">
              <a:spcBef>
                <a:spcPts val="0"/>
              </a:spcBef>
              <a:spcAft>
                <a:spcPts val="0"/>
              </a:spcAft>
              <a:buSzPts val="2800"/>
              <a:buFont typeface="Inter"/>
              <a:buNone/>
              <a:defRPr>
                <a:latin typeface="Inter"/>
                <a:ea typeface="Inter"/>
                <a:cs typeface="Inter"/>
                <a:sym typeface="Inter"/>
              </a:defRPr>
            </a:lvl3pPr>
            <a:lvl4pPr lvl="3">
              <a:spcBef>
                <a:spcPts val="0"/>
              </a:spcBef>
              <a:spcAft>
                <a:spcPts val="0"/>
              </a:spcAft>
              <a:buSzPts val="2800"/>
              <a:buFont typeface="Inter"/>
              <a:buNone/>
              <a:defRPr>
                <a:latin typeface="Inter"/>
                <a:ea typeface="Inter"/>
                <a:cs typeface="Inter"/>
                <a:sym typeface="Inter"/>
              </a:defRPr>
            </a:lvl4pPr>
            <a:lvl5pPr lvl="4">
              <a:spcBef>
                <a:spcPts val="0"/>
              </a:spcBef>
              <a:spcAft>
                <a:spcPts val="0"/>
              </a:spcAft>
              <a:buSzPts val="2800"/>
              <a:buFont typeface="Inter"/>
              <a:buNone/>
              <a:defRPr>
                <a:latin typeface="Inter"/>
                <a:ea typeface="Inter"/>
                <a:cs typeface="Inter"/>
                <a:sym typeface="Inter"/>
              </a:defRPr>
            </a:lvl5pPr>
            <a:lvl6pPr lvl="5">
              <a:spcBef>
                <a:spcPts val="0"/>
              </a:spcBef>
              <a:spcAft>
                <a:spcPts val="0"/>
              </a:spcAft>
              <a:buSzPts val="2800"/>
              <a:buFont typeface="Inter"/>
              <a:buNone/>
              <a:defRPr>
                <a:latin typeface="Inter"/>
                <a:ea typeface="Inter"/>
                <a:cs typeface="Inter"/>
                <a:sym typeface="Inter"/>
              </a:defRPr>
            </a:lvl6pPr>
            <a:lvl7pPr lvl="6">
              <a:spcBef>
                <a:spcPts val="0"/>
              </a:spcBef>
              <a:spcAft>
                <a:spcPts val="0"/>
              </a:spcAft>
              <a:buSzPts val="2800"/>
              <a:buFont typeface="Inter"/>
              <a:buNone/>
              <a:defRPr>
                <a:latin typeface="Inter"/>
                <a:ea typeface="Inter"/>
                <a:cs typeface="Inter"/>
                <a:sym typeface="Inter"/>
              </a:defRPr>
            </a:lvl7pPr>
            <a:lvl8pPr lvl="7">
              <a:spcBef>
                <a:spcPts val="0"/>
              </a:spcBef>
              <a:spcAft>
                <a:spcPts val="0"/>
              </a:spcAft>
              <a:buSzPts val="2800"/>
              <a:buFont typeface="Inter"/>
              <a:buNone/>
              <a:defRPr>
                <a:latin typeface="Inter"/>
                <a:ea typeface="Inter"/>
                <a:cs typeface="Inter"/>
                <a:sym typeface="Inter"/>
              </a:defRPr>
            </a:lvl8pPr>
            <a:lvl9pPr lvl="8">
              <a:spcBef>
                <a:spcPts val="0"/>
              </a:spcBef>
              <a:spcAft>
                <a:spcPts val="0"/>
              </a:spcAft>
              <a:buSzPts val="2800"/>
              <a:buFont typeface="Inter"/>
              <a:buNone/>
              <a:defRPr>
                <a:latin typeface="Inter"/>
                <a:ea typeface="Inter"/>
                <a:cs typeface="Inter"/>
                <a:sym typeface="Inter"/>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eal Break Page">
  <p:cSld name="CUSTOM_3_1_1_1_1">
    <p:bg>
      <p:bgPr>
        <a:blipFill>
          <a:blip r:embed="rId2">
            <a:alphaModFix/>
          </a:blip>
          <a:stretch>
            <a:fillRect/>
          </a:stretch>
        </a:blipFill>
        <a:effectLst/>
      </p:bgPr>
    </p:bg>
    <p:spTree>
      <p:nvGrpSpPr>
        <p:cNvPr id="1" name="Shape 73"/>
        <p:cNvGrpSpPr/>
        <p:nvPr/>
      </p:nvGrpSpPr>
      <p:grpSpPr>
        <a:xfrm>
          <a:off x="0" y="0"/>
          <a:ext cx="0" cy="0"/>
          <a:chOff x="0" y="0"/>
          <a:chExt cx="0" cy="0"/>
        </a:xfrm>
      </p:grpSpPr>
      <p:sp>
        <p:nvSpPr>
          <p:cNvPr id="74" name="Google Shape;74;h19034d514f5d6f97_0_1849"/>
          <p:cNvSpPr txBox="1">
            <a:spLocks noGrp="1"/>
          </p:cNvSpPr>
          <p:nvPr>
            <p:ph type="title"/>
          </p:nvPr>
        </p:nvSpPr>
        <p:spPr>
          <a:xfrm>
            <a:off x="3249100" y="2649700"/>
            <a:ext cx="4786800" cy="1835700"/>
          </a:xfrm>
          <a:prstGeom prst="rect">
            <a:avLst/>
          </a:prstGeom>
        </p:spPr>
        <p:txBody>
          <a:bodyPr spcFirstLastPara="1" wrap="square" lIns="91425" tIns="91425" rIns="91425" bIns="91425" anchor="t" anchorCtr="0">
            <a:normAutofit/>
          </a:bodyPr>
          <a:lstStyle>
            <a:lvl1pPr lvl="0">
              <a:spcBef>
                <a:spcPts val="0"/>
              </a:spcBef>
              <a:spcAft>
                <a:spcPts val="0"/>
              </a:spcAft>
              <a:buSzPts val="3500"/>
              <a:buNone/>
              <a:defRPr sz="3500"/>
            </a:lvl1pPr>
            <a:lvl2pPr lvl="1">
              <a:spcBef>
                <a:spcPts val="0"/>
              </a:spcBef>
              <a:spcAft>
                <a:spcPts val="0"/>
              </a:spcAft>
              <a:buSzPts val="2800"/>
              <a:buFont typeface="Inter"/>
              <a:buNone/>
              <a:defRPr>
                <a:latin typeface="Inter"/>
                <a:ea typeface="Inter"/>
                <a:cs typeface="Inter"/>
                <a:sym typeface="Inter"/>
              </a:defRPr>
            </a:lvl2pPr>
            <a:lvl3pPr lvl="2">
              <a:spcBef>
                <a:spcPts val="0"/>
              </a:spcBef>
              <a:spcAft>
                <a:spcPts val="0"/>
              </a:spcAft>
              <a:buSzPts val="2800"/>
              <a:buFont typeface="Inter"/>
              <a:buNone/>
              <a:defRPr>
                <a:latin typeface="Inter"/>
                <a:ea typeface="Inter"/>
                <a:cs typeface="Inter"/>
                <a:sym typeface="Inter"/>
              </a:defRPr>
            </a:lvl3pPr>
            <a:lvl4pPr lvl="3">
              <a:spcBef>
                <a:spcPts val="0"/>
              </a:spcBef>
              <a:spcAft>
                <a:spcPts val="0"/>
              </a:spcAft>
              <a:buSzPts val="2800"/>
              <a:buFont typeface="Inter"/>
              <a:buNone/>
              <a:defRPr>
                <a:latin typeface="Inter"/>
                <a:ea typeface="Inter"/>
                <a:cs typeface="Inter"/>
                <a:sym typeface="Inter"/>
              </a:defRPr>
            </a:lvl4pPr>
            <a:lvl5pPr lvl="4">
              <a:spcBef>
                <a:spcPts val="0"/>
              </a:spcBef>
              <a:spcAft>
                <a:spcPts val="0"/>
              </a:spcAft>
              <a:buSzPts val="2800"/>
              <a:buFont typeface="Inter"/>
              <a:buNone/>
              <a:defRPr>
                <a:latin typeface="Inter"/>
                <a:ea typeface="Inter"/>
                <a:cs typeface="Inter"/>
                <a:sym typeface="Inter"/>
              </a:defRPr>
            </a:lvl5pPr>
            <a:lvl6pPr lvl="5">
              <a:spcBef>
                <a:spcPts val="0"/>
              </a:spcBef>
              <a:spcAft>
                <a:spcPts val="0"/>
              </a:spcAft>
              <a:buSzPts val="2800"/>
              <a:buFont typeface="Inter"/>
              <a:buNone/>
              <a:defRPr>
                <a:latin typeface="Inter"/>
                <a:ea typeface="Inter"/>
                <a:cs typeface="Inter"/>
                <a:sym typeface="Inter"/>
              </a:defRPr>
            </a:lvl6pPr>
            <a:lvl7pPr lvl="6">
              <a:spcBef>
                <a:spcPts val="0"/>
              </a:spcBef>
              <a:spcAft>
                <a:spcPts val="0"/>
              </a:spcAft>
              <a:buSzPts val="2800"/>
              <a:buFont typeface="Inter"/>
              <a:buNone/>
              <a:defRPr>
                <a:latin typeface="Inter"/>
                <a:ea typeface="Inter"/>
                <a:cs typeface="Inter"/>
                <a:sym typeface="Inter"/>
              </a:defRPr>
            </a:lvl7pPr>
            <a:lvl8pPr lvl="7">
              <a:spcBef>
                <a:spcPts val="0"/>
              </a:spcBef>
              <a:spcAft>
                <a:spcPts val="0"/>
              </a:spcAft>
              <a:buSzPts val="2800"/>
              <a:buFont typeface="Inter"/>
              <a:buNone/>
              <a:defRPr>
                <a:latin typeface="Inter"/>
                <a:ea typeface="Inter"/>
                <a:cs typeface="Inter"/>
                <a:sym typeface="Inter"/>
              </a:defRPr>
            </a:lvl8pPr>
            <a:lvl9pPr lvl="8">
              <a:spcBef>
                <a:spcPts val="0"/>
              </a:spcBef>
              <a:spcAft>
                <a:spcPts val="0"/>
              </a:spcAft>
              <a:buSzPts val="2800"/>
              <a:buFont typeface="Inter"/>
              <a:buNone/>
              <a:defRPr>
                <a:latin typeface="Inter"/>
                <a:ea typeface="Inter"/>
                <a:cs typeface="Inter"/>
                <a:sym typeface="Inter"/>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Blue Break Page">
  <p:cSld name="CUSTOM_3_1_1_1_1_1">
    <p:bg>
      <p:bgPr>
        <a:blipFill>
          <a:blip r:embed="rId2">
            <a:alphaModFix/>
          </a:blip>
          <a:stretch>
            <a:fillRect/>
          </a:stretch>
        </a:blipFill>
        <a:effectLst/>
      </p:bgPr>
    </p:bg>
    <p:spTree>
      <p:nvGrpSpPr>
        <p:cNvPr id="1" name="Shape 75"/>
        <p:cNvGrpSpPr/>
        <p:nvPr/>
      </p:nvGrpSpPr>
      <p:grpSpPr>
        <a:xfrm>
          <a:off x="0" y="0"/>
          <a:ext cx="0" cy="0"/>
          <a:chOff x="0" y="0"/>
          <a:chExt cx="0" cy="0"/>
        </a:xfrm>
      </p:grpSpPr>
      <p:sp>
        <p:nvSpPr>
          <p:cNvPr id="76" name="Google Shape;76;h19034d514f5d6f97_0_1851"/>
          <p:cNvSpPr txBox="1">
            <a:spLocks noGrp="1"/>
          </p:cNvSpPr>
          <p:nvPr>
            <p:ph type="title"/>
          </p:nvPr>
        </p:nvSpPr>
        <p:spPr>
          <a:xfrm>
            <a:off x="3249100" y="2649700"/>
            <a:ext cx="4786800" cy="1835700"/>
          </a:xfrm>
          <a:prstGeom prst="rect">
            <a:avLst/>
          </a:prstGeom>
        </p:spPr>
        <p:txBody>
          <a:bodyPr spcFirstLastPara="1" wrap="square" lIns="91425" tIns="91425" rIns="91425" bIns="91425" anchor="t" anchorCtr="0">
            <a:normAutofit/>
          </a:bodyPr>
          <a:lstStyle>
            <a:lvl1pPr lvl="0">
              <a:spcBef>
                <a:spcPts val="0"/>
              </a:spcBef>
              <a:spcAft>
                <a:spcPts val="0"/>
              </a:spcAft>
              <a:buSzPts val="3500"/>
              <a:buNone/>
              <a:defRPr sz="3500"/>
            </a:lvl1pPr>
            <a:lvl2pPr lvl="1">
              <a:spcBef>
                <a:spcPts val="0"/>
              </a:spcBef>
              <a:spcAft>
                <a:spcPts val="0"/>
              </a:spcAft>
              <a:buSzPts val="2800"/>
              <a:buFont typeface="Inter"/>
              <a:buNone/>
              <a:defRPr>
                <a:latin typeface="Inter"/>
                <a:ea typeface="Inter"/>
                <a:cs typeface="Inter"/>
                <a:sym typeface="Inter"/>
              </a:defRPr>
            </a:lvl2pPr>
            <a:lvl3pPr lvl="2">
              <a:spcBef>
                <a:spcPts val="0"/>
              </a:spcBef>
              <a:spcAft>
                <a:spcPts val="0"/>
              </a:spcAft>
              <a:buSzPts val="2800"/>
              <a:buFont typeface="Inter"/>
              <a:buNone/>
              <a:defRPr>
                <a:latin typeface="Inter"/>
                <a:ea typeface="Inter"/>
                <a:cs typeface="Inter"/>
                <a:sym typeface="Inter"/>
              </a:defRPr>
            </a:lvl3pPr>
            <a:lvl4pPr lvl="3">
              <a:spcBef>
                <a:spcPts val="0"/>
              </a:spcBef>
              <a:spcAft>
                <a:spcPts val="0"/>
              </a:spcAft>
              <a:buSzPts val="2800"/>
              <a:buFont typeface="Inter"/>
              <a:buNone/>
              <a:defRPr>
                <a:latin typeface="Inter"/>
                <a:ea typeface="Inter"/>
                <a:cs typeface="Inter"/>
                <a:sym typeface="Inter"/>
              </a:defRPr>
            </a:lvl4pPr>
            <a:lvl5pPr lvl="4">
              <a:spcBef>
                <a:spcPts val="0"/>
              </a:spcBef>
              <a:spcAft>
                <a:spcPts val="0"/>
              </a:spcAft>
              <a:buSzPts val="2800"/>
              <a:buFont typeface="Inter"/>
              <a:buNone/>
              <a:defRPr>
                <a:latin typeface="Inter"/>
                <a:ea typeface="Inter"/>
                <a:cs typeface="Inter"/>
                <a:sym typeface="Inter"/>
              </a:defRPr>
            </a:lvl5pPr>
            <a:lvl6pPr lvl="5">
              <a:spcBef>
                <a:spcPts val="0"/>
              </a:spcBef>
              <a:spcAft>
                <a:spcPts val="0"/>
              </a:spcAft>
              <a:buSzPts val="2800"/>
              <a:buFont typeface="Inter"/>
              <a:buNone/>
              <a:defRPr>
                <a:latin typeface="Inter"/>
                <a:ea typeface="Inter"/>
                <a:cs typeface="Inter"/>
                <a:sym typeface="Inter"/>
              </a:defRPr>
            </a:lvl6pPr>
            <a:lvl7pPr lvl="6">
              <a:spcBef>
                <a:spcPts val="0"/>
              </a:spcBef>
              <a:spcAft>
                <a:spcPts val="0"/>
              </a:spcAft>
              <a:buSzPts val="2800"/>
              <a:buFont typeface="Inter"/>
              <a:buNone/>
              <a:defRPr>
                <a:latin typeface="Inter"/>
                <a:ea typeface="Inter"/>
                <a:cs typeface="Inter"/>
                <a:sym typeface="Inter"/>
              </a:defRPr>
            </a:lvl7pPr>
            <a:lvl8pPr lvl="7">
              <a:spcBef>
                <a:spcPts val="0"/>
              </a:spcBef>
              <a:spcAft>
                <a:spcPts val="0"/>
              </a:spcAft>
              <a:buSzPts val="2800"/>
              <a:buFont typeface="Inter"/>
              <a:buNone/>
              <a:defRPr>
                <a:latin typeface="Inter"/>
                <a:ea typeface="Inter"/>
                <a:cs typeface="Inter"/>
                <a:sym typeface="Inter"/>
              </a:defRPr>
            </a:lvl8pPr>
            <a:lvl9pPr lvl="8">
              <a:spcBef>
                <a:spcPts val="0"/>
              </a:spcBef>
              <a:spcAft>
                <a:spcPts val="0"/>
              </a:spcAft>
              <a:buSzPts val="2800"/>
              <a:buFont typeface="Inter"/>
              <a:buNone/>
              <a:defRPr>
                <a:latin typeface="Inter"/>
                <a:ea typeface="Inter"/>
                <a:cs typeface="Inter"/>
                <a:sym typeface="Inter"/>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Purple Break Page">
  <p:cSld name="CUSTOM_3_1_1_1_1_1_1">
    <p:bg>
      <p:bgPr>
        <a:blipFill>
          <a:blip r:embed="rId2">
            <a:alphaModFix/>
          </a:blip>
          <a:stretch>
            <a:fillRect/>
          </a:stretch>
        </a:blipFill>
        <a:effectLst/>
      </p:bgPr>
    </p:bg>
    <p:spTree>
      <p:nvGrpSpPr>
        <p:cNvPr id="1" name="Shape 77"/>
        <p:cNvGrpSpPr/>
        <p:nvPr/>
      </p:nvGrpSpPr>
      <p:grpSpPr>
        <a:xfrm>
          <a:off x="0" y="0"/>
          <a:ext cx="0" cy="0"/>
          <a:chOff x="0" y="0"/>
          <a:chExt cx="0" cy="0"/>
        </a:xfrm>
      </p:grpSpPr>
      <p:sp>
        <p:nvSpPr>
          <p:cNvPr id="78" name="Google Shape;78;h19034d514f5d6f97_0_1853"/>
          <p:cNvSpPr txBox="1">
            <a:spLocks noGrp="1"/>
          </p:cNvSpPr>
          <p:nvPr>
            <p:ph type="title"/>
          </p:nvPr>
        </p:nvSpPr>
        <p:spPr>
          <a:xfrm>
            <a:off x="3249100" y="2649700"/>
            <a:ext cx="4786800" cy="1835700"/>
          </a:xfrm>
          <a:prstGeom prst="rect">
            <a:avLst/>
          </a:prstGeom>
        </p:spPr>
        <p:txBody>
          <a:bodyPr spcFirstLastPara="1" wrap="square" lIns="91425" tIns="91425" rIns="91425" bIns="91425" anchor="t" anchorCtr="0">
            <a:normAutofit/>
          </a:bodyPr>
          <a:lstStyle>
            <a:lvl1pPr lvl="0">
              <a:spcBef>
                <a:spcPts val="0"/>
              </a:spcBef>
              <a:spcAft>
                <a:spcPts val="0"/>
              </a:spcAft>
              <a:buSzPts val="3500"/>
              <a:buNone/>
              <a:defRPr sz="3500"/>
            </a:lvl1pPr>
            <a:lvl2pPr lvl="1">
              <a:spcBef>
                <a:spcPts val="0"/>
              </a:spcBef>
              <a:spcAft>
                <a:spcPts val="0"/>
              </a:spcAft>
              <a:buSzPts val="2800"/>
              <a:buFont typeface="Inter"/>
              <a:buNone/>
              <a:defRPr>
                <a:latin typeface="Inter"/>
                <a:ea typeface="Inter"/>
                <a:cs typeface="Inter"/>
                <a:sym typeface="Inter"/>
              </a:defRPr>
            </a:lvl2pPr>
            <a:lvl3pPr lvl="2">
              <a:spcBef>
                <a:spcPts val="0"/>
              </a:spcBef>
              <a:spcAft>
                <a:spcPts val="0"/>
              </a:spcAft>
              <a:buSzPts val="2800"/>
              <a:buFont typeface="Inter"/>
              <a:buNone/>
              <a:defRPr>
                <a:latin typeface="Inter"/>
                <a:ea typeface="Inter"/>
                <a:cs typeface="Inter"/>
                <a:sym typeface="Inter"/>
              </a:defRPr>
            </a:lvl3pPr>
            <a:lvl4pPr lvl="3">
              <a:spcBef>
                <a:spcPts val="0"/>
              </a:spcBef>
              <a:spcAft>
                <a:spcPts val="0"/>
              </a:spcAft>
              <a:buSzPts val="2800"/>
              <a:buFont typeface="Inter"/>
              <a:buNone/>
              <a:defRPr>
                <a:latin typeface="Inter"/>
                <a:ea typeface="Inter"/>
                <a:cs typeface="Inter"/>
                <a:sym typeface="Inter"/>
              </a:defRPr>
            </a:lvl4pPr>
            <a:lvl5pPr lvl="4">
              <a:spcBef>
                <a:spcPts val="0"/>
              </a:spcBef>
              <a:spcAft>
                <a:spcPts val="0"/>
              </a:spcAft>
              <a:buSzPts val="2800"/>
              <a:buFont typeface="Inter"/>
              <a:buNone/>
              <a:defRPr>
                <a:latin typeface="Inter"/>
                <a:ea typeface="Inter"/>
                <a:cs typeface="Inter"/>
                <a:sym typeface="Inter"/>
              </a:defRPr>
            </a:lvl5pPr>
            <a:lvl6pPr lvl="5">
              <a:spcBef>
                <a:spcPts val="0"/>
              </a:spcBef>
              <a:spcAft>
                <a:spcPts val="0"/>
              </a:spcAft>
              <a:buSzPts val="2800"/>
              <a:buFont typeface="Inter"/>
              <a:buNone/>
              <a:defRPr>
                <a:latin typeface="Inter"/>
                <a:ea typeface="Inter"/>
                <a:cs typeface="Inter"/>
                <a:sym typeface="Inter"/>
              </a:defRPr>
            </a:lvl6pPr>
            <a:lvl7pPr lvl="6">
              <a:spcBef>
                <a:spcPts val="0"/>
              </a:spcBef>
              <a:spcAft>
                <a:spcPts val="0"/>
              </a:spcAft>
              <a:buSzPts val="2800"/>
              <a:buFont typeface="Inter"/>
              <a:buNone/>
              <a:defRPr>
                <a:latin typeface="Inter"/>
                <a:ea typeface="Inter"/>
                <a:cs typeface="Inter"/>
                <a:sym typeface="Inter"/>
              </a:defRPr>
            </a:lvl7pPr>
            <a:lvl8pPr lvl="7">
              <a:spcBef>
                <a:spcPts val="0"/>
              </a:spcBef>
              <a:spcAft>
                <a:spcPts val="0"/>
              </a:spcAft>
              <a:buSzPts val="2800"/>
              <a:buFont typeface="Inter"/>
              <a:buNone/>
              <a:defRPr>
                <a:latin typeface="Inter"/>
                <a:ea typeface="Inter"/>
                <a:cs typeface="Inter"/>
                <a:sym typeface="Inter"/>
              </a:defRPr>
            </a:lvl8pPr>
            <a:lvl9pPr lvl="8">
              <a:spcBef>
                <a:spcPts val="0"/>
              </a:spcBef>
              <a:spcAft>
                <a:spcPts val="0"/>
              </a:spcAft>
              <a:buSzPts val="2800"/>
              <a:buFont typeface="Inter"/>
              <a:buNone/>
              <a:defRPr>
                <a:latin typeface="Inter"/>
                <a:ea typeface="Inter"/>
                <a:cs typeface="Inter"/>
                <a:sym typeface="Inter"/>
              </a:defRPr>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Bố cục tùy chỉnh 2">
  <p:cSld name="CUSTOM_1">
    <p:spTree>
      <p:nvGrpSpPr>
        <p:cNvPr id="1" name="Shape 79"/>
        <p:cNvGrpSpPr/>
        <p:nvPr/>
      </p:nvGrpSpPr>
      <p:grpSpPr>
        <a:xfrm>
          <a:off x="0" y="0"/>
          <a:ext cx="0" cy="0"/>
          <a:chOff x="0" y="0"/>
          <a:chExt cx="0" cy="0"/>
        </a:xfrm>
      </p:grpSpPr>
      <p:sp>
        <p:nvSpPr>
          <p:cNvPr id="80" name="Google Shape;80;h19034d514f5d6f97_0_185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Font typeface="Inter"/>
              <a:buNone/>
              <a:defRPr>
                <a:latin typeface="Inter"/>
                <a:ea typeface="Inter"/>
                <a:cs typeface="Inter"/>
                <a:sym typeface="Inter"/>
              </a:defRPr>
            </a:lvl2pPr>
            <a:lvl3pPr lvl="2">
              <a:spcBef>
                <a:spcPts val="0"/>
              </a:spcBef>
              <a:spcAft>
                <a:spcPts val="0"/>
              </a:spcAft>
              <a:buSzPts val="2800"/>
              <a:buFont typeface="Inter"/>
              <a:buNone/>
              <a:defRPr>
                <a:latin typeface="Inter"/>
                <a:ea typeface="Inter"/>
                <a:cs typeface="Inter"/>
                <a:sym typeface="Inter"/>
              </a:defRPr>
            </a:lvl3pPr>
            <a:lvl4pPr lvl="3">
              <a:spcBef>
                <a:spcPts val="0"/>
              </a:spcBef>
              <a:spcAft>
                <a:spcPts val="0"/>
              </a:spcAft>
              <a:buSzPts val="2800"/>
              <a:buFont typeface="Inter"/>
              <a:buNone/>
              <a:defRPr>
                <a:latin typeface="Inter"/>
                <a:ea typeface="Inter"/>
                <a:cs typeface="Inter"/>
                <a:sym typeface="Inter"/>
              </a:defRPr>
            </a:lvl4pPr>
            <a:lvl5pPr lvl="4">
              <a:spcBef>
                <a:spcPts val="0"/>
              </a:spcBef>
              <a:spcAft>
                <a:spcPts val="0"/>
              </a:spcAft>
              <a:buSzPts val="2800"/>
              <a:buFont typeface="Inter"/>
              <a:buNone/>
              <a:defRPr>
                <a:latin typeface="Inter"/>
                <a:ea typeface="Inter"/>
                <a:cs typeface="Inter"/>
                <a:sym typeface="Inter"/>
              </a:defRPr>
            </a:lvl5pPr>
            <a:lvl6pPr lvl="5">
              <a:spcBef>
                <a:spcPts val="0"/>
              </a:spcBef>
              <a:spcAft>
                <a:spcPts val="0"/>
              </a:spcAft>
              <a:buSzPts val="2800"/>
              <a:buFont typeface="Inter"/>
              <a:buNone/>
              <a:defRPr>
                <a:latin typeface="Inter"/>
                <a:ea typeface="Inter"/>
                <a:cs typeface="Inter"/>
                <a:sym typeface="Inter"/>
              </a:defRPr>
            </a:lvl6pPr>
            <a:lvl7pPr lvl="6">
              <a:spcBef>
                <a:spcPts val="0"/>
              </a:spcBef>
              <a:spcAft>
                <a:spcPts val="0"/>
              </a:spcAft>
              <a:buSzPts val="2800"/>
              <a:buFont typeface="Inter"/>
              <a:buNone/>
              <a:defRPr>
                <a:latin typeface="Inter"/>
                <a:ea typeface="Inter"/>
                <a:cs typeface="Inter"/>
                <a:sym typeface="Inter"/>
              </a:defRPr>
            </a:lvl7pPr>
            <a:lvl8pPr lvl="7">
              <a:spcBef>
                <a:spcPts val="0"/>
              </a:spcBef>
              <a:spcAft>
                <a:spcPts val="0"/>
              </a:spcAft>
              <a:buSzPts val="2800"/>
              <a:buFont typeface="Inter"/>
              <a:buNone/>
              <a:defRPr>
                <a:latin typeface="Inter"/>
                <a:ea typeface="Inter"/>
                <a:cs typeface="Inter"/>
                <a:sym typeface="Inter"/>
              </a:defRPr>
            </a:lvl8pPr>
            <a:lvl9pPr lvl="8">
              <a:spcBef>
                <a:spcPts val="0"/>
              </a:spcBef>
              <a:spcAft>
                <a:spcPts val="0"/>
              </a:spcAft>
              <a:buSzPts val="2800"/>
              <a:buFont typeface="Inter"/>
              <a:buNone/>
              <a:defRPr>
                <a:latin typeface="Inter"/>
                <a:ea typeface="Inter"/>
                <a:cs typeface="Inter"/>
                <a:sym typeface="Inter"/>
              </a:defRPr>
            </a:lvl9pPr>
          </a:lstStyle>
          <a:p>
            <a:endParaRPr/>
          </a:p>
        </p:txBody>
      </p:sp>
      <p:sp>
        <p:nvSpPr>
          <p:cNvPr id="81" name="Google Shape;81;h19034d514f5d6f97_0_1855"/>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36550">
              <a:spcBef>
                <a:spcPts val="0"/>
              </a:spcBef>
              <a:spcAft>
                <a:spcPts val="0"/>
              </a:spcAft>
              <a:buSzPts val="1700"/>
              <a:buFont typeface="Inter"/>
              <a:buChar char="●"/>
              <a:defRPr>
                <a:latin typeface="Inter"/>
                <a:ea typeface="Inter"/>
                <a:cs typeface="Inter"/>
                <a:sym typeface="Inter"/>
              </a:defRPr>
            </a:lvl1pPr>
            <a:lvl2pPr marL="914400" lvl="1" indent="-311150">
              <a:spcBef>
                <a:spcPts val="0"/>
              </a:spcBef>
              <a:spcAft>
                <a:spcPts val="0"/>
              </a:spcAft>
              <a:buSzPts val="1300"/>
              <a:buChar char="○"/>
              <a:defRPr/>
            </a:lvl2pPr>
            <a:lvl3pPr marL="1371600" lvl="2" indent="-311150">
              <a:spcBef>
                <a:spcPts val="0"/>
              </a:spcBef>
              <a:spcAft>
                <a:spcPts val="0"/>
              </a:spcAft>
              <a:buSzPts val="1300"/>
              <a:buChar char="■"/>
              <a:defRPr/>
            </a:lvl3pPr>
            <a:lvl4pPr marL="1828800" lvl="3" indent="-311150">
              <a:spcBef>
                <a:spcPts val="0"/>
              </a:spcBef>
              <a:spcAft>
                <a:spcPts val="0"/>
              </a:spcAft>
              <a:buSzPts val="1300"/>
              <a:buChar char="●"/>
              <a:defRPr/>
            </a:lvl4pPr>
            <a:lvl5pPr marL="2286000" lvl="4" indent="-311150">
              <a:spcBef>
                <a:spcPts val="0"/>
              </a:spcBef>
              <a:spcAft>
                <a:spcPts val="0"/>
              </a:spcAft>
              <a:buSzPts val="1300"/>
              <a:buChar char="○"/>
              <a:defRPr/>
            </a:lvl5pPr>
            <a:lvl6pPr marL="2743200" lvl="5" indent="-311150">
              <a:spcBef>
                <a:spcPts val="0"/>
              </a:spcBef>
              <a:spcAft>
                <a:spcPts val="0"/>
              </a:spcAft>
              <a:buSzPts val="1300"/>
              <a:buChar char="■"/>
              <a:defRPr/>
            </a:lvl6pPr>
            <a:lvl7pPr marL="3200400" lvl="6" indent="-311150">
              <a:spcBef>
                <a:spcPts val="0"/>
              </a:spcBef>
              <a:spcAft>
                <a:spcPts val="0"/>
              </a:spcAft>
              <a:buSzPts val="1300"/>
              <a:buChar char="●"/>
              <a:defRPr/>
            </a:lvl7pPr>
            <a:lvl8pPr marL="3657600" lvl="7" indent="-311150">
              <a:spcBef>
                <a:spcPts val="0"/>
              </a:spcBef>
              <a:spcAft>
                <a:spcPts val="0"/>
              </a:spcAft>
              <a:buSzPts val="1300"/>
              <a:buChar char="○"/>
              <a:defRPr/>
            </a:lvl8pPr>
            <a:lvl9pPr marL="4114800" lvl="8" indent="-311150">
              <a:spcBef>
                <a:spcPts val="0"/>
              </a:spcBef>
              <a:spcAft>
                <a:spcPts val="0"/>
              </a:spcAft>
              <a:buSzPts val="1300"/>
              <a:buChar char="■"/>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Bank Page with Pattern Background">
  <p:cSld name="CUSTOM_2">
    <p:bg>
      <p:bgPr>
        <a:blipFill>
          <a:blip r:embed="rId2">
            <a:alphaModFix/>
          </a:blip>
          <a:stretch>
            <a:fillRect/>
          </a:stretch>
        </a:blipFill>
        <a:effectLst/>
      </p:bgPr>
    </p:bg>
    <p:spTree>
      <p:nvGrpSpPr>
        <p:cNvPr id="1" name="Shape 82"/>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Blue Bank Page with Pattern Background">
  <p:cSld name="CUSTOM_2_2">
    <p:bg>
      <p:bgPr>
        <a:blipFill>
          <a:blip r:embed="rId2">
            <a:alphaModFix/>
          </a:blip>
          <a:stretch>
            <a:fillRect/>
          </a:stretch>
        </a:blipFill>
        <a:effectLst/>
      </p:bgPr>
    </p:bg>
    <p:spTree>
      <p:nvGrpSpPr>
        <p:cNvPr id="1" name="Shape 83"/>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Orange Bank Page with Pattern Background">
  <p:cSld name="CUSTOM_2_2_1">
    <p:bg>
      <p:bgPr>
        <a:blipFill>
          <a:blip r:embed="rId2">
            <a:alphaModFix/>
          </a:blip>
          <a:stretch>
            <a:fillRect/>
          </a:stretch>
        </a:blipFill>
        <a:effectLst/>
      </p:bgPr>
    </p:bg>
    <p:spTree>
      <p:nvGrpSpPr>
        <p:cNvPr id="1" name="Shape 84"/>
        <p:cNvGrpSpPr/>
        <p:nvPr/>
      </p:nvGrpSpPr>
      <p:grpSpPr>
        <a:xfrm>
          <a:off x="0" y="0"/>
          <a:ext cx="0" cy="0"/>
          <a:chOff x="0" y="0"/>
          <a:chExt cx="0" cy="0"/>
        </a:xfrm>
      </p:grpSpPr>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Red Bank Page with Pattern Background">
  <p:cSld name="CUSTOM_2_2_1_1">
    <p:bg>
      <p:bgPr>
        <a:blipFill>
          <a:blip r:embed="rId2">
            <a:alphaModFix/>
          </a:blip>
          <a:stretch>
            <a:fillRect/>
          </a:stretch>
        </a:blipFill>
        <a:effectLst/>
      </p:bgPr>
    </p:bg>
    <p:spTree>
      <p:nvGrpSpPr>
        <p:cNvPr id="1" name="Shape 85"/>
        <p:cNvGrpSpPr/>
        <p:nvPr/>
      </p:nvGrpSpPr>
      <p:grpSpPr>
        <a:xfrm>
          <a:off x="0" y="0"/>
          <a:ext cx="0" cy="0"/>
          <a:chOff x="0" y="0"/>
          <a:chExt cx="0" cy="0"/>
        </a:xfrm>
      </p:grpSpPr>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eal Bank Page with Pattern Background">
  <p:cSld name="CUSTOM_2_2_1_1_1">
    <p:bg>
      <p:bgPr>
        <a:blipFill>
          <a:blip r:embed="rId2">
            <a:alphaModFix/>
          </a:blip>
          <a:stretch>
            <a:fillRect/>
          </a:stretch>
        </a:blipFill>
        <a:effectLst/>
      </p:bgPr>
    </p:bg>
    <p:spTree>
      <p:nvGrpSpPr>
        <p:cNvPr id="1" name="Shape 86"/>
        <p:cNvGrpSpPr/>
        <p:nvPr/>
      </p:nvGrpSpPr>
      <p:grpSpPr>
        <a:xfrm>
          <a:off x="0" y="0"/>
          <a:ext cx="0" cy="0"/>
          <a:chOff x="0" y="0"/>
          <a:chExt cx="0" cy="0"/>
        </a:xfrm>
      </p:grpSpPr>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Purple Bank Page with Pattern Background">
  <p:cSld name="CUSTOM_2_2_1_1_1_1">
    <p:bg>
      <p:bgPr>
        <a:blipFill>
          <a:blip r:embed="rId2">
            <a:alphaModFix/>
          </a:blip>
          <a:stretch>
            <a:fillRect/>
          </a:stretch>
        </a:blipFill>
        <a:effectLst/>
      </p:bgPr>
    </p:bg>
    <p:spTree>
      <p:nvGrpSpPr>
        <p:cNvPr id="1" name="Shape 87"/>
        <p:cNvGrpSpPr/>
        <p:nvPr/>
      </p:nvGrpSpPr>
      <p:grpSpPr>
        <a:xfrm>
          <a:off x="0" y="0"/>
          <a:ext cx="0" cy="0"/>
          <a:chOff x="0" y="0"/>
          <a:chExt cx="0" cy="0"/>
        </a:xfrm>
      </p:grpSpPr>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Yellow Bank Page with Pattern Background">
  <p:cSld name="CUSTOM_2_2_1_1_1_1_1">
    <p:bg>
      <p:bgPr>
        <a:blipFill>
          <a:blip r:embed="rId2">
            <a:alphaModFix/>
          </a:blip>
          <a:stretch>
            <a:fillRect/>
          </a:stretch>
        </a:blipFill>
        <a:effectLst/>
      </p:bgPr>
    </p:bg>
    <p:spTree>
      <p:nvGrpSpPr>
        <p:cNvPr id="1" name="Shape 88"/>
        <p:cNvGrpSpPr/>
        <p:nvPr/>
      </p:nvGrpSpPr>
      <p:grpSpPr>
        <a:xfrm>
          <a:off x="0" y="0"/>
          <a:ext cx="0" cy="0"/>
          <a:chOff x="0" y="0"/>
          <a:chExt cx="0" cy="0"/>
        </a:xfrm>
      </p:grpSpPr>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Green Bank Page with Pattern Background">
  <p:cSld name="CUSTOM_2_2_1_1_1_1_1_1">
    <p:bg>
      <p:bgPr>
        <a:blipFill>
          <a:blip r:embed="rId2">
            <a:alphaModFix/>
          </a:blip>
          <a:stretch>
            <a:fillRect/>
          </a:stretch>
        </a:blipFill>
        <a:effectLst/>
      </p:bgPr>
    </p:bg>
    <p:spTree>
      <p:nvGrpSpPr>
        <p:cNvPr id="1" name="Shape 89"/>
        <p:cNvGrpSpPr/>
        <p:nvPr/>
      </p:nvGrpSpPr>
      <p:grpSpPr>
        <a:xfrm>
          <a:off x="0" y="0"/>
          <a:ext cx="0" cy="0"/>
          <a:chOff x="0" y="0"/>
          <a:chExt cx="0" cy="0"/>
        </a:xfrm>
      </p:grpSpPr>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Pink Cover">
  <p:cSld name="TITLE_1">
    <p:bg>
      <p:bgPr>
        <a:blipFill>
          <a:blip r:embed="rId2">
            <a:alphaModFix/>
          </a:blip>
          <a:stretch>
            <a:fillRect/>
          </a:stretch>
        </a:blipFill>
        <a:effectLst/>
      </p:bgPr>
    </p:bg>
    <p:spTree>
      <p:nvGrpSpPr>
        <p:cNvPr id="1" name="Shape 90"/>
        <p:cNvGrpSpPr/>
        <p:nvPr/>
      </p:nvGrpSpPr>
      <p:grpSpPr>
        <a:xfrm>
          <a:off x="0" y="0"/>
          <a:ext cx="0" cy="0"/>
          <a:chOff x="0" y="0"/>
          <a:chExt cx="0" cy="0"/>
        </a:xfrm>
      </p:grpSpPr>
      <p:sp>
        <p:nvSpPr>
          <p:cNvPr id="91" name="Google Shape;91;h19034d514f5d6f97_0_1866"/>
          <p:cNvSpPr txBox="1">
            <a:spLocks noGrp="1"/>
          </p:cNvSpPr>
          <p:nvPr>
            <p:ph type="ctrTitle"/>
          </p:nvPr>
        </p:nvSpPr>
        <p:spPr>
          <a:xfrm>
            <a:off x="249300" y="1621850"/>
            <a:ext cx="3933300" cy="2159100"/>
          </a:xfrm>
          <a:prstGeom prst="rect">
            <a:avLst/>
          </a:prstGeom>
        </p:spPr>
        <p:txBody>
          <a:bodyPr spcFirstLastPara="1" wrap="square" lIns="91425" tIns="91425" rIns="91425" bIns="91425" anchor="t" anchorCtr="0">
            <a:normAutofit/>
          </a:bodyPr>
          <a:lstStyle>
            <a:lvl1pPr lvl="0">
              <a:spcBef>
                <a:spcPts val="0"/>
              </a:spcBef>
              <a:spcAft>
                <a:spcPts val="0"/>
              </a:spcAft>
              <a:buSzPts val="3200"/>
              <a:buNone/>
              <a:defRPr sz="3200"/>
            </a:lvl1pPr>
            <a:lvl2pPr lvl="1">
              <a:spcBef>
                <a:spcPts val="0"/>
              </a:spcBef>
              <a:spcAft>
                <a:spcPts val="0"/>
              </a:spcAft>
              <a:buSzPts val="3300"/>
              <a:buFont typeface="Inter Tight"/>
              <a:buNone/>
              <a:defRPr sz="3300">
                <a:latin typeface="Inter Tight"/>
                <a:ea typeface="Inter Tight"/>
                <a:cs typeface="Inter Tight"/>
                <a:sym typeface="Inter Tight"/>
              </a:defRPr>
            </a:lvl2pPr>
            <a:lvl3pPr lvl="2">
              <a:spcBef>
                <a:spcPts val="0"/>
              </a:spcBef>
              <a:spcAft>
                <a:spcPts val="0"/>
              </a:spcAft>
              <a:buSzPts val="3300"/>
              <a:buFont typeface="Inter Tight"/>
              <a:buNone/>
              <a:defRPr sz="3300">
                <a:latin typeface="Inter Tight"/>
                <a:ea typeface="Inter Tight"/>
                <a:cs typeface="Inter Tight"/>
                <a:sym typeface="Inter Tight"/>
              </a:defRPr>
            </a:lvl3pPr>
            <a:lvl4pPr lvl="3">
              <a:spcBef>
                <a:spcPts val="0"/>
              </a:spcBef>
              <a:spcAft>
                <a:spcPts val="0"/>
              </a:spcAft>
              <a:buSzPts val="3300"/>
              <a:buFont typeface="Inter Tight"/>
              <a:buNone/>
              <a:defRPr sz="3300">
                <a:latin typeface="Inter Tight"/>
                <a:ea typeface="Inter Tight"/>
                <a:cs typeface="Inter Tight"/>
                <a:sym typeface="Inter Tight"/>
              </a:defRPr>
            </a:lvl4pPr>
            <a:lvl5pPr lvl="4">
              <a:spcBef>
                <a:spcPts val="0"/>
              </a:spcBef>
              <a:spcAft>
                <a:spcPts val="0"/>
              </a:spcAft>
              <a:buSzPts val="3300"/>
              <a:buFont typeface="Inter Tight"/>
              <a:buNone/>
              <a:defRPr sz="3300">
                <a:latin typeface="Inter Tight"/>
                <a:ea typeface="Inter Tight"/>
                <a:cs typeface="Inter Tight"/>
                <a:sym typeface="Inter Tight"/>
              </a:defRPr>
            </a:lvl5pPr>
            <a:lvl6pPr lvl="5">
              <a:spcBef>
                <a:spcPts val="0"/>
              </a:spcBef>
              <a:spcAft>
                <a:spcPts val="0"/>
              </a:spcAft>
              <a:buSzPts val="3300"/>
              <a:buFont typeface="Inter Tight"/>
              <a:buNone/>
              <a:defRPr sz="3300">
                <a:latin typeface="Inter Tight"/>
                <a:ea typeface="Inter Tight"/>
                <a:cs typeface="Inter Tight"/>
                <a:sym typeface="Inter Tight"/>
              </a:defRPr>
            </a:lvl6pPr>
            <a:lvl7pPr lvl="6">
              <a:spcBef>
                <a:spcPts val="0"/>
              </a:spcBef>
              <a:spcAft>
                <a:spcPts val="0"/>
              </a:spcAft>
              <a:buSzPts val="3300"/>
              <a:buFont typeface="Inter Tight"/>
              <a:buNone/>
              <a:defRPr sz="3300">
                <a:latin typeface="Inter Tight"/>
                <a:ea typeface="Inter Tight"/>
                <a:cs typeface="Inter Tight"/>
                <a:sym typeface="Inter Tight"/>
              </a:defRPr>
            </a:lvl7pPr>
            <a:lvl8pPr lvl="7">
              <a:spcBef>
                <a:spcPts val="0"/>
              </a:spcBef>
              <a:spcAft>
                <a:spcPts val="0"/>
              </a:spcAft>
              <a:buSzPts val="3300"/>
              <a:buFont typeface="Inter Tight"/>
              <a:buNone/>
              <a:defRPr sz="3300">
                <a:latin typeface="Inter Tight"/>
                <a:ea typeface="Inter Tight"/>
                <a:cs typeface="Inter Tight"/>
                <a:sym typeface="Inter Tight"/>
              </a:defRPr>
            </a:lvl8pPr>
            <a:lvl9pPr lvl="8">
              <a:spcBef>
                <a:spcPts val="0"/>
              </a:spcBef>
              <a:spcAft>
                <a:spcPts val="0"/>
              </a:spcAft>
              <a:buSzPts val="3300"/>
              <a:buFont typeface="Inter Tight"/>
              <a:buNone/>
              <a:defRPr sz="3300">
                <a:latin typeface="Inter Tight"/>
                <a:ea typeface="Inter Tight"/>
                <a:cs typeface="Inter Tight"/>
                <a:sym typeface="Inter Tight"/>
              </a:defRPr>
            </a:lvl9pPr>
          </a:lstStyle>
          <a:p>
            <a:endParaRPr/>
          </a:p>
        </p:txBody>
      </p:sp>
      <p:sp>
        <p:nvSpPr>
          <p:cNvPr id="92" name="Google Shape;92;h19034d514f5d6f97_0_1866"/>
          <p:cNvSpPr txBox="1">
            <a:spLocks noGrp="1"/>
          </p:cNvSpPr>
          <p:nvPr>
            <p:ph type="subTitle" idx="1"/>
          </p:nvPr>
        </p:nvSpPr>
        <p:spPr>
          <a:xfrm>
            <a:off x="249300" y="3311550"/>
            <a:ext cx="3933300" cy="7926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Clr>
                <a:srgbClr val="FF438C"/>
              </a:buClr>
              <a:buSzPts val="2000"/>
              <a:buFont typeface="Momo Trust Sans"/>
              <a:buNone/>
              <a:defRPr sz="2000">
                <a:solidFill>
                  <a:srgbClr val="FF438C"/>
                </a:solidFill>
                <a:latin typeface="Momo Trust Sans"/>
                <a:ea typeface="Momo Trust Sans"/>
                <a:cs typeface="Momo Trust Sans"/>
                <a:sym typeface="Momo Trust Sans"/>
              </a:defRPr>
            </a:lvl1pPr>
            <a:lvl2pPr lvl="1">
              <a:lnSpc>
                <a:spcPct val="100000"/>
              </a:lnSpc>
              <a:spcBef>
                <a:spcPts val="0"/>
              </a:spcBef>
              <a:spcAft>
                <a:spcPts val="0"/>
              </a:spcAft>
              <a:buSzPts val="2300"/>
              <a:buFont typeface="Inter Tight"/>
              <a:buNone/>
              <a:defRPr sz="2300">
                <a:latin typeface="Inter Tight"/>
                <a:ea typeface="Inter Tight"/>
                <a:cs typeface="Inter Tight"/>
                <a:sym typeface="Inter Tight"/>
              </a:defRPr>
            </a:lvl2pPr>
            <a:lvl3pPr lvl="2">
              <a:lnSpc>
                <a:spcPct val="100000"/>
              </a:lnSpc>
              <a:spcBef>
                <a:spcPts val="0"/>
              </a:spcBef>
              <a:spcAft>
                <a:spcPts val="0"/>
              </a:spcAft>
              <a:buSzPts val="2300"/>
              <a:buFont typeface="Inter Tight"/>
              <a:buNone/>
              <a:defRPr sz="2300">
                <a:latin typeface="Inter Tight"/>
                <a:ea typeface="Inter Tight"/>
                <a:cs typeface="Inter Tight"/>
                <a:sym typeface="Inter Tight"/>
              </a:defRPr>
            </a:lvl3pPr>
            <a:lvl4pPr lvl="3">
              <a:lnSpc>
                <a:spcPct val="100000"/>
              </a:lnSpc>
              <a:spcBef>
                <a:spcPts val="0"/>
              </a:spcBef>
              <a:spcAft>
                <a:spcPts val="0"/>
              </a:spcAft>
              <a:buSzPts val="2300"/>
              <a:buFont typeface="Inter Tight"/>
              <a:buNone/>
              <a:defRPr sz="2300">
                <a:latin typeface="Inter Tight"/>
                <a:ea typeface="Inter Tight"/>
                <a:cs typeface="Inter Tight"/>
                <a:sym typeface="Inter Tight"/>
              </a:defRPr>
            </a:lvl4pPr>
            <a:lvl5pPr lvl="4">
              <a:lnSpc>
                <a:spcPct val="100000"/>
              </a:lnSpc>
              <a:spcBef>
                <a:spcPts val="0"/>
              </a:spcBef>
              <a:spcAft>
                <a:spcPts val="0"/>
              </a:spcAft>
              <a:buSzPts val="2300"/>
              <a:buFont typeface="Inter Tight"/>
              <a:buNone/>
              <a:defRPr sz="2300">
                <a:latin typeface="Inter Tight"/>
                <a:ea typeface="Inter Tight"/>
                <a:cs typeface="Inter Tight"/>
                <a:sym typeface="Inter Tight"/>
              </a:defRPr>
            </a:lvl5pPr>
            <a:lvl6pPr lvl="5">
              <a:lnSpc>
                <a:spcPct val="100000"/>
              </a:lnSpc>
              <a:spcBef>
                <a:spcPts val="0"/>
              </a:spcBef>
              <a:spcAft>
                <a:spcPts val="0"/>
              </a:spcAft>
              <a:buSzPts val="2300"/>
              <a:buFont typeface="Inter Tight"/>
              <a:buNone/>
              <a:defRPr sz="2300">
                <a:latin typeface="Inter Tight"/>
                <a:ea typeface="Inter Tight"/>
                <a:cs typeface="Inter Tight"/>
                <a:sym typeface="Inter Tight"/>
              </a:defRPr>
            </a:lvl6pPr>
            <a:lvl7pPr lvl="6">
              <a:lnSpc>
                <a:spcPct val="100000"/>
              </a:lnSpc>
              <a:spcBef>
                <a:spcPts val="0"/>
              </a:spcBef>
              <a:spcAft>
                <a:spcPts val="0"/>
              </a:spcAft>
              <a:buSzPts val="2300"/>
              <a:buFont typeface="Inter Tight"/>
              <a:buNone/>
              <a:defRPr sz="2300">
                <a:latin typeface="Inter Tight"/>
                <a:ea typeface="Inter Tight"/>
                <a:cs typeface="Inter Tight"/>
                <a:sym typeface="Inter Tight"/>
              </a:defRPr>
            </a:lvl7pPr>
            <a:lvl8pPr lvl="7">
              <a:lnSpc>
                <a:spcPct val="100000"/>
              </a:lnSpc>
              <a:spcBef>
                <a:spcPts val="0"/>
              </a:spcBef>
              <a:spcAft>
                <a:spcPts val="0"/>
              </a:spcAft>
              <a:buSzPts val="2300"/>
              <a:buFont typeface="Inter Tight"/>
              <a:buNone/>
              <a:defRPr sz="2300">
                <a:latin typeface="Inter Tight"/>
                <a:ea typeface="Inter Tight"/>
                <a:cs typeface="Inter Tight"/>
                <a:sym typeface="Inter Tight"/>
              </a:defRPr>
            </a:lvl8pPr>
            <a:lvl9pPr lvl="8">
              <a:lnSpc>
                <a:spcPct val="100000"/>
              </a:lnSpc>
              <a:spcBef>
                <a:spcPts val="0"/>
              </a:spcBef>
              <a:spcAft>
                <a:spcPts val="0"/>
              </a:spcAft>
              <a:buSzPts val="2300"/>
              <a:buFont typeface="Inter Tight"/>
              <a:buNone/>
              <a:defRPr sz="2300">
                <a:latin typeface="Inter Tight"/>
                <a:ea typeface="Inter Tight"/>
                <a:cs typeface="Inter Tight"/>
                <a:sym typeface="Inter Tight"/>
              </a:defRPr>
            </a:lvl9pPr>
          </a:lstStyle>
          <a:p>
            <a:endParaRPr/>
          </a:p>
        </p:txBody>
      </p:sp>
      <p:sp>
        <p:nvSpPr>
          <p:cNvPr id="93" name="Google Shape;93;h19034d514f5d6f97_0_186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extLst>
    <p:ext uri="{DCECCB84-F9BA-43D5-87BE-67443E8EF086}">
      <p15:sldGuideLst xmlns:p15="http://schemas.microsoft.com/office/powerpoint/2012/main">
        <p15:guide id="1" orient="horz" pos="1620">
          <p15:clr>
            <a:srgbClr val="E46962"/>
          </p15:clr>
        </p15:guide>
        <p15:guide id="2" pos="2880">
          <p15:clr>
            <a:srgbClr val="E46962"/>
          </p15:clr>
        </p15:guide>
        <p15:guide id="3" orient="horz" pos="157">
          <p15:clr>
            <a:srgbClr val="E46962"/>
          </p15:clr>
        </p15:guide>
        <p15:guide id="4" orient="horz" pos="3083">
          <p15:clr>
            <a:srgbClr val="E46962"/>
          </p15:clr>
        </p15:guide>
        <p15:guide id="5" pos="157">
          <p15:clr>
            <a:srgbClr val="E46962"/>
          </p15:clr>
        </p15:guide>
        <p15:guide id="6" pos="5603">
          <p15:clr>
            <a:srgbClr val="E46962"/>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Red Cover">
  <p:cSld name="TITLE_1_2">
    <p:bg>
      <p:bgPr>
        <a:blipFill>
          <a:blip r:embed="rId2">
            <a:alphaModFix/>
          </a:blip>
          <a:stretch>
            <a:fillRect/>
          </a:stretch>
        </a:blipFill>
        <a:effectLst/>
      </p:bgPr>
    </p:bg>
    <p:spTree>
      <p:nvGrpSpPr>
        <p:cNvPr id="1" name="Shape 94"/>
        <p:cNvGrpSpPr/>
        <p:nvPr/>
      </p:nvGrpSpPr>
      <p:grpSpPr>
        <a:xfrm>
          <a:off x="0" y="0"/>
          <a:ext cx="0" cy="0"/>
          <a:chOff x="0" y="0"/>
          <a:chExt cx="0" cy="0"/>
        </a:xfrm>
      </p:grpSpPr>
      <p:sp>
        <p:nvSpPr>
          <p:cNvPr id="95" name="Google Shape;95;h19034d514f5d6f97_0_1870"/>
          <p:cNvSpPr txBox="1">
            <a:spLocks noGrp="1"/>
          </p:cNvSpPr>
          <p:nvPr>
            <p:ph type="ctrTitle"/>
          </p:nvPr>
        </p:nvSpPr>
        <p:spPr>
          <a:xfrm>
            <a:off x="249300" y="1621850"/>
            <a:ext cx="3933300" cy="2159100"/>
          </a:xfrm>
          <a:prstGeom prst="rect">
            <a:avLst/>
          </a:prstGeom>
        </p:spPr>
        <p:txBody>
          <a:bodyPr spcFirstLastPara="1" wrap="square" lIns="91425" tIns="91425" rIns="91425" bIns="91425" anchor="t" anchorCtr="0">
            <a:normAutofit/>
          </a:bodyPr>
          <a:lstStyle>
            <a:lvl1pPr lvl="0">
              <a:spcBef>
                <a:spcPts val="0"/>
              </a:spcBef>
              <a:spcAft>
                <a:spcPts val="0"/>
              </a:spcAft>
              <a:buSzPts val="3200"/>
              <a:buNone/>
              <a:defRPr sz="3200"/>
            </a:lvl1pPr>
            <a:lvl2pPr lvl="1">
              <a:spcBef>
                <a:spcPts val="0"/>
              </a:spcBef>
              <a:spcAft>
                <a:spcPts val="0"/>
              </a:spcAft>
              <a:buSzPts val="3300"/>
              <a:buFont typeface="Inter Tight"/>
              <a:buNone/>
              <a:defRPr sz="3300">
                <a:latin typeface="Inter Tight"/>
                <a:ea typeface="Inter Tight"/>
                <a:cs typeface="Inter Tight"/>
                <a:sym typeface="Inter Tight"/>
              </a:defRPr>
            </a:lvl2pPr>
            <a:lvl3pPr lvl="2">
              <a:spcBef>
                <a:spcPts val="0"/>
              </a:spcBef>
              <a:spcAft>
                <a:spcPts val="0"/>
              </a:spcAft>
              <a:buSzPts val="3300"/>
              <a:buFont typeface="Inter Tight"/>
              <a:buNone/>
              <a:defRPr sz="3300">
                <a:latin typeface="Inter Tight"/>
                <a:ea typeface="Inter Tight"/>
                <a:cs typeface="Inter Tight"/>
                <a:sym typeface="Inter Tight"/>
              </a:defRPr>
            </a:lvl3pPr>
            <a:lvl4pPr lvl="3">
              <a:spcBef>
                <a:spcPts val="0"/>
              </a:spcBef>
              <a:spcAft>
                <a:spcPts val="0"/>
              </a:spcAft>
              <a:buSzPts val="3300"/>
              <a:buFont typeface="Inter Tight"/>
              <a:buNone/>
              <a:defRPr sz="3300">
                <a:latin typeface="Inter Tight"/>
                <a:ea typeface="Inter Tight"/>
                <a:cs typeface="Inter Tight"/>
                <a:sym typeface="Inter Tight"/>
              </a:defRPr>
            </a:lvl4pPr>
            <a:lvl5pPr lvl="4">
              <a:spcBef>
                <a:spcPts val="0"/>
              </a:spcBef>
              <a:spcAft>
                <a:spcPts val="0"/>
              </a:spcAft>
              <a:buSzPts val="3300"/>
              <a:buFont typeface="Inter Tight"/>
              <a:buNone/>
              <a:defRPr sz="3300">
                <a:latin typeface="Inter Tight"/>
                <a:ea typeface="Inter Tight"/>
                <a:cs typeface="Inter Tight"/>
                <a:sym typeface="Inter Tight"/>
              </a:defRPr>
            </a:lvl5pPr>
            <a:lvl6pPr lvl="5">
              <a:spcBef>
                <a:spcPts val="0"/>
              </a:spcBef>
              <a:spcAft>
                <a:spcPts val="0"/>
              </a:spcAft>
              <a:buSzPts val="3300"/>
              <a:buFont typeface="Inter Tight"/>
              <a:buNone/>
              <a:defRPr sz="3300">
                <a:latin typeface="Inter Tight"/>
                <a:ea typeface="Inter Tight"/>
                <a:cs typeface="Inter Tight"/>
                <a:sym typeface="Inter Tight"/>
              </a:defRPr>
            </a:lvl6pPr>
            <a:lvl7pPr lvl="6">
              <a:spcBef>
                <a:spcPts val="0"/>
              </a:spcBef>
              <a:spcAft>
                <a:spcPts val="0"/>
              </a:spcAft>
              <a:buSzPts val="3300"/>
              <a:buFont typeface="Inter Tight"/>
              <a:buNone/>
              <a:defRPr sz="3300">
                <a:latin typeface="Inter Tight"/>
                <a:ea typeface="Inter Tight"/>
                <a:cs typeface="Inter Tight"/>
                <a:sym typeface="Inter Tight"/>
              </a:defRPr>
            </a:lvl7pPr>
            <a:lvl8pPr lvl="7">
              <a:spcBef>
                <a:spcPts val="0"/>
              </a:spcBef>
              <a:spcAft>
                <a:spcPts val="0"/>
              </a:spcAft>
              <a:buSzPts val="3300"/>
              <a:buFont typeface="Inter Tight"/>
              <a:buNone/>
              <a:defRPr sz="3300">
                <a:latin typeface="Inter Tight"/>
                <a:ea typeface="Inter Tight"/>
                <a:cs typeface="Inter Tight"/>
                <a:sym typeface="Inter Tight"/>
              </a:defRPr>
            </a:lvl8pPr>
            <a:lvl9pPr lvl="8">
              <a:spcBef>
                <a:spcPts val="0"/>
              </a:spcBef>
              <a:spcAft>
                <a:spcPts val="0"/>
              </a:spcAft>
              <a:buSzPts val="3300"/>
              <a:buFont typeface="Inter Tight"/>
              <a:buNone/>
              <a:defRPr sz="3300">
                <a:latin typeface="Inter Tight"/>
                <a:ea typeface="Inter Tight"/>
                <a:cs typeface="Inter Tight"/>
                <a:sym typeface="Inter Tight"/>
              </a:defRPr>
            </a:lvl9pPr>
          </a:lstStyle>
          <a:p>
            <a:endParaRPr/>
          </a:p>
        </p:txBody>
      </p:sp>
      <p:sp>
        <p:nvSpPr>
          <p:cNvPr id="96" name="Google Shape;96;h19034d514f5d6f97_0_1870"/>
          <p:cNvSpPr txBox="1">
            <a:spLocks noGrp="1"/>
          </p:cNvSpPr>
          <p:nvPr>
            <p:ph type="subTitle" idx="1"/>
          </p:nvPr>
        </p:nvSpPr>
        <p:spPr>
          <a:xfrm>
            <a:off x="249300" y="3311550"/>
            <a:ext cx="3933300" cy="7926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Clr>
                <a:srgbClr val="FF438C"/>
              </a:buClr>
              <a:buSzPts val="2000"/>
              <a:buFont typeface="Momo Trust Sans"/>
              <a:buNone/>
              <a:defRPr sz="2000">
                <a:solidFill>
                  <a:srgbClr val="FF438C"/>
                </a:solidFill>
                <a:latin typeface="Momo Trust Sans"/>
                <a:ea typeface="Momo Trust Sans"/>
                <a:cs typeface="Momo Trust Sans"/>
                <a:sym typeface="Momo Trust Sans"/>
              </a:defRPr>
            </a:lvl1pPr>
            <a:lvl2pPr lvl="1">
              <a:lnSpc>
                <a:spcPct val="100000"/>
              </a:lnSpc>
              <a:spcBef>
                <a:spcPts val="0"/>
              </a:spcBef>
              <a:spcAft>
                <a:spcPts val="0"/>
              </a:spcAft>
              <a:buSzPts val="2300"/>
              <a:buFont typeface="Inter Tight"/>
              <a:buNone/>
              <a:defRPr sz="2300">
                <a:latin typeface="Inter Tight"/>
                <a:ea typeface="Inter Tight"/>
                <a:cs typeface="Inter Tight"/>
                <a:sym typeface="Inter Tight"/>
              </a:defRPr>
            </a:lvl2pPr>
            <a:lvl3pPr lvl="2">
              <a:lnSpc>
                <a:spcPct val="100000"/>
              </a:lnSpc>
              <a:spcBef>
                <a:spcPts val="0"/>
              </a:spcBef>
              <a:spcAft>
                <a:spcPts val="0"/>
              </a:spcAft>
              <a:buSzPts val="2300"/>
              <a:buFont typeface="Inter Tight"/>
              <a:buNone/>
              <a:defRPr sz="2300">
                <a:latin typeface="Inter Tight"/>
                <a:ea typeface="Inter Tight"/>
                <a:cs typeface="Inter Tight"/>
                <a:sym typeface="Inter Tight"/>
              </a:defRPr>
            </a:lvl3pPr>
            <a:lvl4pPr lvl="3">
              <a:lnSpc>
                <a:spcPct val="100000"/>
              </a:lnSpc>
              <a:spcBef>
                <a:spcPts val="0"/>
              </a:spcBef>
              <a:spcAft>
                <a:spcPts val="0"/>
              </a:spcAft>
              <a:buSzPts val="2300"/>
              <a:buFont typeface="Inter Tight"/>
              <a:buNone/>
              <a:defRPr sz="2300">
                <a:latin typeface="Inter Tight"/>
                <a:ea typeface="Inter Tight"/>
                <a:cs typeface="Inter Tight"/>
                <a:sym typeface="Inter Tight"/>
              </a:defRPr>
            </a:lvl4pPr>
            <a:lvl5pPr lvl="4">
              <a:lnSpc>
                <a:spcPct val="100000"/>
              </a:lnSpc>
              <a:spcBef>
                <a:spcPts val="0"/>
              </a:spcBef>
              <a:spcAft>
                <a:spcPts val="0"/>
              </a:spcAft>
              <a:buSzPts val="2300"/>
              <a:buFont typeface="Inter Tight"/>
              <a:buNone/>
              <a:defRPr sz="2300">
                <a:latin typeface="Inter Tight"/>
                <a:ea typeface="Inter Tight"/>
                <a:cs typeface="Inter Tight"/>
                <a:sym typeface="Inter Tight"/>
              </a:defRPr>
            </a:lvl5pPr>
            <a:lvl6pPr lvl="5">
              <a:lnSpc>
                <a:spcPct val="100000"/>
              </a:lnSpc>
              <a:spcBef>
                <a:spcPts val="0"/>
              </a:spcBef>
              <a:spcAft>
                <a:spcPts val="0"/>
              </a:spcAft>
              <a:buSzPts val="2300"/>
              <a:buFont typeface="Inter Tight"/>
              <a:buNone/>
              <a:defRPr sz="2300">
                <a:latin typeface="Inter Tight"/>
                <a:ea typeface="Inter Tight"/>
                <a:cs typeface="Inter Tight"/>
                <a:sym typeface="Inter Tight"/>
              </a:defRPr>
            </a:lvl6pPr>
            <a:lvl7pPr lvl="6">
              <a:lnSpc>
                <a:spcPct val="100000"/>
              </a:lnSpc>
              <a:spcBef>
                <a:spcPts val="0"/>
              </a:spcBef>
              <a:spcAft>
                <a:spcPts val="0"/>
              </a:spcAft>
              <a:buSzPts val="2300"/>
              <a:buFont typeface="Inter Tight"/>
              <a:buNone/>
              <a:defRPr sz="2300">
                <a:latin typeface="Inter Tight"/>
                <a:ea typeface="Inter Tight"/>
                <a:cs typeface="Inter Tight"/>
                <a:sym typeface="Inter Tight"/>
              </a:defRPr>
            </a:lvl7pPr>
            <a:lvl8pPr lvl="7">
              <a:lnSpc>
                <a:spcPct val="100000"/>
              </a:lnSpc>
              <a:spcBef>
                <a:spcPts val="0"/>
              </a:spcBef>
              <a:spcAft>
                <a:spcPts val="0"/>
              </a:spcAft>
              <a:buSzPts val="2300"/>
              <a:buFont typeface="Inter Tight"/>
              <a:buNone/>
              <a:defRPr sz="2300">
                <a:latin typeface="Inter Tight"/>
                <a:ea typeface="Inter Tight"/>
                <a:cs typeface="Inter Tight"/>
                <a:sym typeface="Inter Tight"/>
              </a:defRPr>
            </a:lvl8pPr>
            <a:lvl9pPr lvl="8">
              <a:lnSpc>
                <a:spcPct val="100000"/>
              </a:lnSpc>
              <a:spcBef>
                <a:spcPts val="0"/>
              </a:spcBef>
              <a:spcAft>
                <a:spcPts val="0"/>
              </a:spcAft>
              <a:buSzPts val="2300"/>
              <a:buFont typeface="Inter Tight"/>
              <a:buNone/>
              <a:defRPr sz="2300">
                <a:latin typeface="Inter Tight"/>
                <a:ea typeface="Inter Tight"/>
                <a:cs typeface="Inter Tight"/>
                <a:sym typeface="Inter Tight"/>
              </a:defRPr>
            </a:lvl9pPr>
          </a:lstStyle>
          <a:p>
            <a:endParaRPr/>
          </a:p>
        </p:txBody>
      </p:sp>
      <p:sp>
        <p:nvSpPr>
          <p:cNvPr id="97" name="Google Shape;97;h19034d514f5d6f97_0_187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extLst>
    <p:ext uri="{DCECCB84-F9BA-43D5-87BE-67443E8EF086}">
      <p15:sldGuideLst xmlns:p15="http://schemas.microsoft.com/office/powerpoint/2012/main">
        <p15:guide id="1" orient="horz" pos="1620">
          <p15:clr>
            <a:srgbClr val="E46962"/>
          </p15:clr>
        </p15:guide>
        <p15:guide id="2" pos="2880">
          <p15:clr>
            <a:srgbClr val="E46962"/>
          </p15:clr>
        </p15:guide>
        <p15:guide id="3" orient="horz" pos="157">
          <p15:clr>
            <a:srgbClr val="E46962"/>
          </p15:clr>
        </p15:guide>
        <p15:guide id="4" orient="horz" pos="3083">
          <p15:clr>
            <a:srgbClr val="E46962"/>
          </p15:clr>
        </p15:guide>
        <p15:guide id="5" pos="157">
          <p15:clr>
            <a:srgbClr val="E46962"/>
          </p15:clr>
        </p15:guide>
        <p15:guide id="6" pos="5603">
          <p15:clr>
            <a:srgbClr val="E46962"/>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Orange Cover">
  <p:cSld name="TITLE_1_2_1">
    <p:bg>
      <p:bgPr>
        <a:blipFill>
          <a:blip r:embed="rId2">
            <a:alphaModFix/>
          </a:blip>
          <a:stretch>
            <a:fillRect/>
          </a:stretch>
        </a:blipFill>
        <a:effectLst/>
      </p:bgPr>
    </p:bg>
    <p:spTree>
      <p:nvGrpSpPr>
        <p:cNvPr id="1" name="Shape 98"/>
        <p:cNvGrpSpPr/>
        <p:nvPr/>
      </p:nvGrpSpPr>
      <p:grpSpPr>
        <a:xfrm>
          <a:off x="0" y="0"/>
          <a:ext cx="0" cy="0"/>
          <a:chOff x="0" y="0"/>
          <a:chExt cx="0" cy="0"/>
        </a:xfrm>
      </p:grpSpPr>
      <p:sp>
        <p:nvSpPr>
          <p:cNvPr id="99" name="Google Shape;99;h19034d514f5d6f97_0_1874"/>
          <p:cNvSpPr txBox="1">
            <a:spLocks noGrp="1"/>
          </p:cNvSpPr>
          <p:nvPr>
            <p:ph type="ctrTitle"/>
          </p:nvPr>
        </p:nvSpPr>
        <p:spPr>
          <a:xfrm>
            <a:off x="249300" y="1621850"/>
            <a:ext cx="3933300" cy="2159100"/>
          </a:xfrm>
          <a:prstGeom prst="rect">
            <a:avLst/>
          </a:prstGeom>
        </p:spPr>
        <p:txBody>
          <a:bodyPr spcFirstLastPara="1" wrap="square" lIns="91425" tIns="91425" rIns="91425" bIns="91425" anchor="t" anchorCtr="0">
            <a:normAutofit/>
          </a:bodyPr>
          <a:lstStyle>
            <a:lvl1pPr lvl="0">
              <a:spcBef>
                <a:spcPts val="0"/>
              </a:spcBef>
              <a:spcAft>
                <a:spcPts val="0"/>
              </a:spcAft>
              <a:buSzPts val="3200"/>
              <a:buNone/>
              <a:defRPr sz="3200"/>
            </a:lvl1pPr>
            <a:lvl2pPr lvl="1">
              <a:spcBef>
                <a:spcPts val="0"/>
              </a:spcBef>
              <a:spcAft>
                <a:spcPts val="0"/>
              </a:spcAft>
              <a:buSzPts val="3300"/>
              <a:buFont typeface="Inter Tight"/>
              <a:buNone/>
              <a:defRPr sz="3300">
                <a:latin typeface="Inter Tight"/>
                <a:ea typeface="Inter Tight"/>
                <a:cs typeface="Inter Tight"/>
                <a:sym typeface="Inter Tight"/>
              </a:defRPr>
            </a:lvl2pPr>
            <a:lvl3pPr lvl="2">
              <a:spcBef>
                <a:spcPts val="0"/>
              </a:spcBef>
              <a:spcAft>
                <a:spcPts val="0"/>
              </a:spcAft>
              <a:buSzPts val="3300"/>
              <a:buFont typeface="Inter Tight"/>
              <a:buNone/>
              <a:defRPr sz="3300">
                <a:latin typeface="Inter Tight"/>
                <a:ea typeface="Inter Tight"/>
                <a:cs typeface="Inter Tight"/>
                <a:sym typeface="Inter Tight"/>
              </a:defRPr>
            </a:lvl3pPr>
            <a:lvl4pPr lvl="3">
              <a:spcBef>
                <a:spcPts val="0"/>
              </a:spcBef>
              <a:spcAft>
                <a:spcPts val="0"/>
              </a:spcAft>
              <a:buSzPts val="3300"/>
              <a:buFont typeface="Inter Tight"/>
              <a:buNone/>
              <a:defRPr sz="3300">
                <a:latin typeface="Inter Tight"/>
                <a:ea typeface="Inter Tight"/>
                <a:cs typeface="Inter Tight"/>
                <a:sym typeface="Inter Tight"/>
              </a:defRPr>
            </a:lvl4pPr>
            <a:lvl5pPr lvl="4">
              <a:spcBef>
                <a:spcPts val="0"/>
              </a:spcBef>
              <a:spcAft>
                <a:spcPts val="0"/>
              </a:spcAft>
              <a:buSzPts val="3300"/>
              <a:buFont typeface="Inter Tight"/>
              <a:buNone/>
              <a:defRPr sz="3300">
                <a:latin typeface="Inter Tight"/>
                <a:ea typeface="Inter Tight"/>
                <a:cs typeface="Inter Tight"/>
                <a:sym typeface="Inter Tight"/>
              </a:defRPr>
            </a:lvl5pPr>
            <a:lvl6pPr lvl="5">
              <a:spcBef>
                <a:spcPts val="0"/>
              </a:spcBef>
              <a:spcAft>
                <a:spcPts val="0"/>
              </a:spcAft>
              <a:buSzPts val="3300"/>
              <a:buFont typeface="Inter Tight"/>
              <a:buNone/>
              <a:defRPr sz="3300">
                <a:latin typeface="Inter Tight"/>
                <a:ea typeface="Inter Tight"/>
                <a:cs typeface="Inter Tight"/>
                <a:sym typeface="Inter Tight"/>
              </a:defRPr>
            </a:lvl6pPr>
            <a:lvl7pPr lvl="6">
              <a:spcBef>
                <a:spcPts val="0"/>
              </a:spcBef>
              <a:spcAft>
                <a:spcPts val="0"/>
              </a:spcAft>
              <a:buSzPts val="3300"/>
              <a:buFont typeface="Inter Tight"/>
              <a:buNone/>
              <a:defRPr sz="3300">
                <a:latin typeface="Inter Tight"/>
                <a:ea typeface="Inter Tight"/>
                <a:cs typeface="Inter Tight"/>
                <a:sym typeface="Inter Tight"/>
              </a:defRPr>
            </a:lvl7pPr>
            <a:lvl8pPr lvl="7">
              <a:spcBef>
                <a:spcPts val="0"/>
              </a:spcBef>
              <a:spcAft>
                <a:spcPts val="0"/>
              </a:spcAft>
              <a:buSzPts val="3300"/>
              <a:buFont typeface="Inter Tight"/>
              <a:buNone/>
              <a:defRPr sz="3300">
                <a:latin typeface="Inter Tight"/>
                <a:ea typeface="Inter Tight"/>
                <a:cs typeface="Inter Tight"/>
                <a:sym typeface="Inter Tight"/>
              </a:defRPr>
            </a:lvl8pPr>
            <a:lvl9pPr lvl="8">
              <a:spcBef>
                <a:spcPts val="0"/>
              </a:spcBef>
              <a:spcAft>
                <a:spcPts val="0"/>
              </a:spcAft>
              <a:buSzPts val="3300"/>
              <a:buFont typeface="Inter Tight"/>
              <a:buNone/>
              <a:defRPr sz="3300">
                <a:latin typeface="Inter Tight"/>
                <a:ea typeface="Inter Tight"/>
                <a:cs typeface="Inter Tight"/>
                <a:sym typeface="Inter Tight"/>
              </a:defRPr>
            </a:lvl9pPr>
          </a:lstStyle>
          <a:p>
            <a:endParaRPr/>
          </a:p>
        </p:txBody>
      </p:sp>
      <p:sp>
        <p:nvSpPr>
          <p:cNvPr id="100" name="Google Shape;100;h19034d514f5d6f97_0_1874"/>
          <p:cNvSpPr txBox="1">
            <a:spLocks noGrp="1"/>
          </p:cNvSpPr>
          <p:nvPr>
            <p:ph type="subTitle" idx="1"/>
          </p:nvPr>
        </p:nvSpPr>
        <p:spPr>
          <a:xfrm>
            <a:off x="249300" y="3311550"/>
            <a:ext cx="3933300" cy="7926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Clr>
                <a:srgbClr val="FF438C"/>
              </a:buClr>
              <a:buSzPts val="2000"/>
              <a:buFont typeface="Momo Trust Sans"/>
              <a:buNone/>
              <a:defRPr sz="2000">
                <a:solidFill>
                  <a:srgbClr val="FF438C"/>
                </a:solidFill>
                <a:latin typeface="Momo Trust Sans"/>
                <a:ea typeface="Momo Trust Sans"/>
                <a:cs typeface="Momo Trust Sans"/>
                <a:sym typeface="Momo Trust Sans"/>
              </a:defRPr>
            </a:lvl1pPr>
            <a:lvl2pPr lvl="1">
              <a:lnSpc>
                <a:spcPct val="100000"/>
              </a:lnSpc>
              <a:spcBef>
                <a:spcPts val="0"/>
              </a:spcBef>
              <a:spcAft>
                <a:spcPts val="0"/>
              </a:spcAft>
              <a:buSzPts val="2300"/>
              <a:buFont typeface="Inter Tight"/>
              <a:buNone/>
              <a:defRPr sz="2300">
                <a:latin typeface="Inter Tight"/>
                <a:ea typeface="Inter Tight"/>
                <a:cs typeface="Inter Tight"/>
                <a:sym typeface="Inter Tight"/>
              </a:defRPr>
            </a:lvl2pPr>
            <a:lvl3pPr lvl="2">
              <a:lnSpc>
                <a:spcPct val="100000"/>
              </a:lnSpc>
              <a:spcBef>
                <a:spcPts val="0"/>
              </a:spcBef>
              <a:spcAft>
                <a:spcPts val="0"/>
              </a:spcAft>
              <a:buSzPts val="2300"/>
              <a:buFont typeface="Inter Tight"/>
              <a:buNone/>
              <a:defRPr sz="2300">
                <a:latin typeface="Inter Tight"/>
                <a:ea typeface="Inter Tight"/>
                <a:cs typeface="Inter Tight"/>
                <a:sym typeface="Inter Tight"/>
              </a:defRPr>
            </a:lvl3pPr>
            <a:lvl4pPr lvl="3">
              <a:lnSpc>
                <a:spcPct val="100000"/>
              </a:lnSpc>
              <a:spcBef>
                <a:spcPts val="0"/>
              </a:spcBef>
              <a:spcAft>
                <a:spcPts val="0"/>
              </a:spcAft>
              <a:buSzPts val="2300"/>
              <a:buFont typeface="Inter Tight"/>
              <a:buNone/>
              <a:defRPr sz="2300">
                <a:latin typeface="Inter Tight"/>
                <a:ea typeface="Inter Tight"/>
                <a:cs typeface="Inter Tight"/>
                <a:sym typeface="Inter Tight"/>
              </a:defRPr>
            </a:lvl4pPr>
            <a:lvl5pPr lvl="4">
              <a:lnSpc>
                <a:spcPct val="100000"/>
              </a:lnSpc>
              <a:spcBef>
                <a:spcPts val="0"/>
              </a:spcBef>
              <a:spcAft>
                <a:spcPts val="0"/>
              </a:spcAft>
              <a:buSzPts val="2300"/>
              <a:buFont typeface="Inter Tight"/>
              <a:buNone/>
              <a:defRPr sz="2300">
                <a:latin typeface="Inter Tight"/>
                <a:ea typeface="Inter Tight"/>
                <a:cs typeface="Inter Tight"/>
                <a:sym typeface="Inter Tight"/>
              </a:defRPr>
            </a:lvl5pPr>
            <a:lvl6pPr lvl="5">
              <a:lnSpc>
                <a:spcPct val="100000"/>
              </a:lnSpc>
              <a:spcBef>
                <a:spcPts val="0"/>
              </a:spcBef>
              <a:spcAft>
                <a:spcPts val="0"/>
              </a:spcAft>
              <a:buSzPts val="2300"/>
              <a:buFont typeface="Inter Tight"/>
              <a:buNone/>
              <a:defRPr sz="2300">
                <a:latin typeface="Inter Tight"/>
                <a:ea typeface="Inter Tight"/>
                <a:cs typeface="Inter Tight"/>
                <a:sym typeface="Inter Tight"/>
              </a:defRPr>
            </a:lvl6pPr>
            <a:lvl7pPr lvl="6">
              <a:lnSpc>
                <a:spcPct val="100000"/>
              </a:lnSpc>
              <a:spcBef>
                <a:spcPts val="0"/>
              </a:spcBef>
              <a:spcAft>
                <a:spcPts val="0"/>
              </a:spcAft>
              <a:buSzPts val="2300"/>
              <a:buFont typeface="Inter Tight"/>
              <a:buNone/>
              <a:defRPr sz="2300">
                <a:latin typeface="Inter Tight"/>
                <a:ea typeface="Inter Tight"/>
                <a:cs typeface="Inter Tight"/>
                <a:sym typeface="Inter Tight"/>
              </a:defRPr>
            </a:lvl7pPr>
            <a:lvl8pPr lvl="7">
              <a:lnSpc>
                <a:spcPct val="100000"/>
              </a:lnSpc>
              <a:spcBef>
                <a:spcPts val="0"/>
              </a:spcBef>
              <a:spcAft>
                <a:spcPts val="0"/>
              </a:spcAft>
              <a:buSzPts val="2300"/>
              <a:buFont typeface="Inter Tight"/>
              <a:buNone/>
              <a:defRPr sz="2300">
                <a:latin typeface="Inter Tight"/>
                <a:ea typeface="Inter Tight"/>
                <a:cs typeface="Inter Tight"/>
                <a:sym typeface="Inter Tight"/>
              </a:defRPr>
            </a:lvl8pPr>
            <a:lvl9pPr lvl="8">
              <a:lnSpc>
                <a:spcPct val="100000"/>
              </a:lnSpc>
              <a:spcBef>
                <a:spcPts val="0"/>
              </a:spcBef>
              <a:spcAft>
                <a:spcPts val="0"/>
              </a:spcAft>
              <a:buSzPts val="2300"/>
              <a:buFont typeface="Inter Tight"/>
              <a:buNone/>
              <a:defRPr sz="2300">
                <a:latin typeface="Inter Tight"/>
                <a:ea typeface="Inter Tight"/>
                <a:cs typeface="Inter Tight"/>
                <a:sym typeface="Inter Tight"/>
              </a:defRPr>
            </a:lvl9pPr>
          </a:lstStyle>
          <a:p>
            <a:endParaRPr/>
          </a:p>
        </p:txBody>
      </p:sp>
      <p:sp>
        <p:nvSpPr>
          <p:cNvPr id="101" name="Google Shape;101;h19034d514f5d6f97_0_187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extLst>
    <p:ext uri="{DCECCB84-F9BA-43D5-87BE-67443E8EF086}">
      <p15:sldGuideLst xmlns:p15="http://schemas.microsoft.com/office/powerpoint/2012/main">
        <p15:guide id="1" orient="horz" pos="1620">
          <p15:clr>
            <a:srgbClr val="E46962"/>
          </p15:clr>
        </p15:guide>
        <p15:guide id="2" pos="2880">
          <p15:clr>
            <a:srgbClr val="E46962"/>
          </p15:clr>
        </p15:guide>
        <p15:guide id="3" orient="horz" pos="157">
          <p15:clr>
            <a:srgbClr val="E46962"/>
          </p15:clr>
        </p15:guide>
        <p15:guide id="4" orient="horz" pos="3083">
          <p15:clr>
            <a:srgbClr val="E46962"/>
          </p15:clr>
        </p15:guide>
        <p15:guide id="5" pos="157">
          <p15:clr>
            <a:srgbClr val="E46962"/>
          </p15:clr>
        </p15:guide>
        <p15:guide id="6" pos="5603">
          <p15:clr>
            <a:srgbClr val="E46962"/>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Yellow Cover">
  <p:cSld name="TITLE_1_2_1_1">
    <p:bg>
      <p:bgPr>
        <a:blipFill>
          <a:blip r:embed="rId2">
            <a:alphaModFix/>
          </a:blip>
          <a:stretch>
            <a:fillRect/>
          </a:stretch>
        </a:blipFill>
        <a:effectLst/>
      </p:bgPr>
    </p:bg>
    <p:spTree>
      <p:nvGrpSpPr>
        <p:cNvPr id="1" name="Shape 102"/>
        <p:cNvGrpSpPr/>
        <p:nvPr/>
      </p:nvGrpSpPr>
      <p:grpSpPr>
        <a:xfrm>
          <a:off x="0" y="0"/>
          <a:ext cx="0" cy="0"/>
          <a:chOff x="0" y="0"/>
          <a:chExt cx="0" cy="0"/>
        </a:xfrm>
      </p:grpSpPr>
      <p:sp>
        <p:nvSpPr>
          <p:cNvPr id="103" name="Google Shape;103;h19034d514f5d6f97_0_1878"/>
          <p:cNvSpPr txBox="1">
            <a:spLocks noGrp="1"/>
          </p:cNvSpPr>
          <p:nvPr>
            <p:ph type="ctrTitle"/>
          </p:nvPr>
        </p:nvSpPr>
        <p:spPr>
          <a:xfrm>
            <a:off x="249300" y="1621850"/>
            <a:ext cx="3933300" cy="2159100"/>
          </a:xfrm>
          <a:prstGeom prst="rect">
            <a:avLst/>
          </a:prstGeom>
        </p:spPr>
        <p:txBody>
          <a:bodyPr spcFirstLastPara="1" wrap="square" lIns="91425" tIns="91425" rIns="91425" bIns="91425" anchor="t" anchorCtr="0">
            <a:normAutofit/>
          </a:bodyPr>
          <a:lstStyle>
            <a:lvl1pPr lvl="0">
              <a:spcBef>
                <a:spcPts val="0"/>
              </a:spcBef>
              <a:spcAft>
                <a:spcPts val="0"/>
              </a:spcAft>
              <a:buSzPts val="3200"/>
              <a:buNone/>
              <a:defRPr sz="3200"/>
            </a:lvl1pPr>
            <a:lvl2pPr lvl="1">
              <a:spcBef>
                <a:spcPts val="0"/>
              </a:spcBef>
              <a:spcAft>
                <a:spcPts val="0"/>
              </a:spcAft>
              <a:buSzPts val="3300"/>
              <a:buFont typeface="Inter Tight"/>
              <a:buNone/>
              <a:defRPr sz="3300">
                <a:latin typeface="Inter Tight"/>
                <a:ea typeface="Inter Tight"/>
                <a:cs typeface="Inter Tight"/>
                <a:sym typeface="Inter Tight"/>
              </a:defRPr>
            </a:lvl2pPr>
            <a:lvl3pPr lvl="2">
              <a:spcBef>
                <a:spcPts val="0"/>
              </a:spcBef>
              <a:spcAft>
                <a:spcPts val="0"/>
              </a:spcAft>
              <a:buSzPts val="3300"/>
              <a:buFont typeface="Inter Tight"/>
              <a:buNone/>
              <a:defRPr sz="3300">
                <a:latin typeface="Inter Tight"/>
                <a:ea typeface="Inter Tight"/>
                <a:cs typeface="Inter Tight"/>
                <a:sym typeface="Inter Tight"/>
              </a:defRPr>
            </a:lvl3pPr>
            <a:lvl4pPr lvl="3">
              <a:spcBef>
                <a:spcPts val="0"/>
              </a:spcBef>
              <a:spcAft>
                <a:spcPts val="0"/>
              </a:spcAft>
              <a:buSzPts val="3300"/>
              <a:buFont typeface="Inter Tight"/>
              <a:buNone/>
              <a:defRPr sz="3300">
                <a:latin typeface="Inter Tight"/>
                <a:ea typeface="Inter Tight"/>
                <a:cs typeface="Inter Tight"/>
                <a:sym typeface="Inter Tight"/>
              </a:defRPr>
            </a:lvl4pPr>
            <a:lvl5pPr lvl="4">
              <a:spcBef>
                <a:spcPts val="0"/>
              </a:spcBef>
              <a:spcAft>
                <a:spcPts val="0"/>
              </a:spcAft>
              <a:buSzPts val="3300"/>
              <a:buFont typeface="Inter Tight"/>
              <a:buNone/>
              <a:defRPr sz="3300">
                <a:latin typeface="Inter Tight"/>
                <a:ea typeface="Inter Tight"/>
                <a:cs typeface="Inter Tight"/>
                <a:sym typeface="Inter Tight"/>
              </a:defRPr>
            </a:lvl5pPr>
            <a:lvl6pPr lvl="5">
              <a:spcBef>
                <a:spcPts val="0"/>
              </a:spcBef>
              <a:spcAft>
                <a:spcPts val="0"/>
              </a:spcAft>
              <a:buSzPts val="3300"/>
              <a:buFont typeface="Inter Tight"/>
              <a:buNone/>
              <a:defRPr sz="3300">
                <a:latin typeface="Inter Tight"/>
                <a:ea typeface="Inter Tight"/>
                <a:cs typeface="Inter Tight"/>
                <a:sym typeface="Inter Tight"/>
              </a:defRPr>
            </a:lvl6pPr>
            <a:lvl7pPr lvl="6">
              <a:spcBef>
                <a:spcPts val="0"/>
              </a:spcBef>
              <a:spcAft>
                <a:spcPts val="0"/>
              </a:spcAft>
              <a:buSzPts val="3300"/>
              <a:buFont typeface="Inter Tight"/>
              <a:buNone/>
              <a:defRPr sz="3300">
                <a:latin typeface="Inter Tight"/>
                <a:ea typeface="Inter Tight"/>
                <a:cs typeface="Inter Tight"/>
                <a:sym typeface="Inter Tight"/>
              </a:defRPr>
            </a:lvl7pPr>
            <a:lvl8pPr lvl="7">
              <a:spcBef>
                <a:spcPts val="0"/>
              </a:spcBef>
              <a:spcAft>
                <a:spcPts val="0"/>
              </a:spcAft>
              <a:buSzPts val="3300"/>
              <a:buFont typeface="Inter Tight"/>
              <a:buNone/>
              <a:defRPr sz="3300">
                <a:latin typeface="Inter Tight"/>
                <a:ea typeface="Inter Tight"/>
                <a:cs typeface="Inter Tight"/>
                <a:sym typeface="Inter Tight"/>
              </a:defRPr>
            </a:lvl8pPr>
            <a:lvl9pPr lvl="8">
              <a:spcBef>
                <a:spcPts val="0"/>
              </a:spcBef>
              <a:spcAft>
                <a:spcPts val="0"/>
              </a:spcAft>
              <a:buSzPts val="3300"/>
              <a:buFont typeface="Inter Tight"/>
              <a:buNone/>
              <a:defRPr sz="3300">
                <a:latin typeface="Inter Tight"/>
                <a:ea typeface="Inter Tight"/>
                <a:cs typeface="Inter Tight"/>
                <a:sym typeface="Inter Tight"/>
              </a:defRPr>
            </a:lvl9pPr>
          </a:lstStyle>
          <a:p>
            <a:endParaRPr/>
          </a:p>
        </p:txBody>
      </p:sp>
      <p:sp>
        <p:nvSpPr>
          <p:cNvPr id="104" name="Google Shape;104;h19034d514f5d6f97_0_1878"/>
          <p:cNvSpPr txBox="1">
            <a:spLocks noGrp="1"/>
          </p:cNvSpPr>
          <p:nvPr>
            <p:ph type="subTitle" idx="1"/>
          </p:nvPr>
        </p:nvSpPr>
        <p:spPr>
          <a:xfrm>
            <a:off x="249300" y="3311550"/>
            <a:ext cx="3933300" cy="7926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Clr>
                <a:srgbClr val="FF438C"/>
              </a:buClr>
              <a:buSzPts val="2000"/>
              <a:buFont typeface="Momo Trust Sans"/>
              <a:buNone/>
              <a:defRPr sz="2000">
                <a:solidFill>
                  <a:srgbClr val="FF438C"/>
                </a:solidFill>
                <a:latin typeface="Momo Trust Sans"/>
                <a:ea typeface="Momo Trust Sans"/>
                <a:cs typeface="Momo Trust Sans"/>
                <a:sym typeface="Momo Trust Sans"/>
              </a:defRPr>
            </a:lvl1pPr>
            <a:lvl2pPr lvl="1">
              <a:lnSpc>
                <a:spcPct val="100000"/>
              </a:lnSpc>
              <a:spcBef>
                <a:spcPts val="0"/>
              </a:spcBef>
              <a:spcAft>
                <a:spcPts val="0"/>
              </a:spcAft>
              <a:buSzPts val="2300"/>
              <a:buFont typeface="Inter Tight"/>
              <a:buNone/>
              <a:defRPr sz="2300">
                <a:latin typeface="Inter Tight"/>
                <a:ea typeface="Inter Tight"/>
                <a:cs typeface="Inter Tight"/>
                <a:sym typeface="Inter Tight"/>
              </a:defRPr>
            </a:lvl2pPr>
            <a:lvl3pPr lvl="2">
              <a:lnSpc>
                <a:spcPct val="100000"/>
              </a:lnSpc>
              <a:spcBef>
                <a:spcPts val="0"/>
              </a:spcBef>
              <a:spcAft>
                <a:spcPts val="0"/>
              </a:spcAft>
              <a:buSzPts val="2300"/>
              <a:buFont typeface="Inter Tight"/>
              <a:buNone/>
              <a:defRPr sz="2300">
                <a:latin typeface="Inter Tight"/>
                <a:ea typeface="Inter Tight"/>
                <a:cs typeface="Inter Tight"/>
                <a:sym typeface="Inter Tight"/>
              </a:defRPr>
            </a:lvl3pPr>
            <a:lvl4pPr lvl="3">
              <a:lnSpc>
                <a:spcPct val="100000"/>
              </a:lnSpc>
              <a:spcBef>
                <a:spcPts val="0"/>
              </a:spcBef>
              <a:spcAft>
                <a:spcPts val="0"/>
              </a:spcAft>
              <a:buSzPts val="2300"/>
              <a:buFont typeface="Inter Tight"/>
              <a:buNone/>
              <a:defRPr sz="2300">
                <a:latin typeface="Inter Tight"/>
                <a:ea typeface="Inter Tight"/>
                <a:cs typeface="Inter Tight"/>
                <a:sym typeface="Inter Tight"/>
              </a:defRPr>
            </a:lvl4pPr>
            <a:lvl5pPr lvl="4">
              <a:lnSpc>
                <a:spcPct val="100000"/>
              </a:lnSpc>
              <a:spcBef>
                <a:spcPts val="0"/>
              </a:spcBef>
              <a:spcAft>
                <a:spcPts val="0"/>
              </a:spcAft>
              <a:buSzPts val="2300"/>
              <a:buFont typeface="Inter Tight"/>
              <a:buNone/>
              <a:defRPr sz="2300">
                <a:latin typeface="Inter Tight"/>
                <a:ea typeface="Inter Tight"/>
                <a:cs typeface="Inter Tight"/>
                <a:sym typeface="Inter Tight"/>
              </a:defRPr>
            </a:lvl5pPr>
            <a:lvl6pPr lvl="5">
              <a:lnSpc>
                <a:spcPct val="100000"/>
              </a:lnSpc>
              <a:spcBef>
                <a:spcPts val="0"/>
              </a:spcBef>
              <a:spcAft>
                <a:spcPts val="0"/>
              </a:spcAft>
              <a:buSzPts val="2300"/>
              <a:buFont typeface="Inter Tight"/>
              <a:buNone/>
              <a:defRPr sz="2300">
                <a:latin typeface="Inter Tight"/>
                <a:ea typeface="Inter Tight"/>
                <a:cs typeface="Inter Tight"/>
                <a:sym typeface="Inter Tight"/>
              </a:defRPr>
            </a:lvl6pPr>
            <a:lvl7pPr lvl="6">
              <a:lnSpc>
                <a:spcPct val="100000"/>
              </a:lnSpc>
              <a:spcBef>
                <a:spcPts val="0"/>
              </a:spcBef>
              <a:spcAft>
                <a:spcPts val="0"/>
              </a:spcAft>
              <a:buSzPts val="2300"/>
              <a:buFont typeface="Inter Tight"/>
              <a:buNone/>
              <a:defRPr sz="2300">
                <a:latin typeface="Inter Tight"/>
                <a:ea typeface="Inter Tight"/>
                <a:cs typeface="Inter Tight"/>
                <a:sym typeface="Inter Tight"/>
              </a:defRPr>
            </a:lvl7pPr>
            <a:lvl8pPr lvl="7">
              <a:lnSpc>
                <a:spcPct val="100000"/>
              </a:lnSpc>
              <a:spcBef>
                <a:spcPts val="0"/>
              </a:spcBef>
              <a:spcAft>
                <a:spcPts val="0"/>
              </a:spcAft>
              <a:buSzPts val="2300"/>
              <a:buFont typeface="Inter Tight"/>
              <a:buNone/>
              <a:defRPr sz="2300">
                <a:latin typeface="Inter Tight"/>
                <a:ea typeface="Inter Tight"/>
                <a:cs typeface="Inter Tight"/>
                <a:sym typeface="Inter Tight"/>
              </a:defRPr>
            </a:lvl8pPr>
            <a:lvl9pPr lvl="8">
              <a:lnSpc>
                <a:spcPct val="100000"/>
              </a:lnSpc>
              <a:spcBef>
                <a:spcPts val="0"/>
              </a:spcBef>
              <a:spcAft>
                <a:spcPts val="0"/>
              </a:spcAft>
              <a:buSzPts val="2300"/>
              <a:buFont typeface="Inter Tight"/>
              <a:buNone/>
              <a:defRPr sz="2300">
                <a:latin typeface="Inter Tight"/>
                <a:ea typeface="Inter Tight"/>
                <a:cs typeface="Inter Tight"/>
                <a:sym typeface="Inter Tight"/>
              </a:defRPr>
            </a:lvl9pPr>
          </a:lstStyle>
          <a:p>
            <a:endParaRPr/>
          </a:p>
        </p:txBody>
      </p:sp>
      <p:sp>
        <p:nvSpPr>
          <p:cNvPr id="105" name="Google Shape;105;h19034d514f5d6f97_0_187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extLst>
    <p:ext uri="{DCECCB84-F9BA-43D5-87BE-67443E8EF086}">
      <p15:sldGuideLst xmlns:p15="http://schemas.microsoft.com/office/powerpoint/2012/main">
        <p15:guide id="1" orient="horz" pos="1620">
          <p15:clr>
            <a:srgbClr val="E46962"/>
          </p15:clr>
        </p15:guide>
        <p15:guide id="2" pos="2880">
          <p15:clr>
            <a:srgbClr val="E46962"/>
          </p15:clr>
        </p15:guide>
        <p15:guide id="3" orient="horz" pos="157">
          <p15:clr>
            <a:srgbClr val="E46962"/>
          </p15:clr>
        </p15:guide>
        <p15:guide id="4" orient="horz" pos="3083">
          <p15:clr>
            <a:srgbClr val="E46962"/>
          </p15:clr>
        </p15:guide>
        <p15:guide id="5" pos="157">
          <p15:clr>
            <a:srgbClr val="E46962"/>
          </p15:clr>
        </p15:guide>
        <p15:guide id="6" pos="5603">
          <p15:clr>
            <a:srgbClr val="E46962"/>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Green Cover">
  <p:cSld name="TITLE_1_2_1_1_1">
    <p:bg>
      <p:bgPr>
        <a:blipFill>
          <a:blip r:embed="rId2">
            <a:alphaModFix/>
          </a:blip>
          <a:stretch>
            <a:fillRect/>
          </a:stretch>
        </a:blipFill>
        <a:effectLst/>
      </p:bgPr>
    </p:bg>
    <p:spTree>
      <p:nvGrpSpPr>
        <p:cNvPr id="1" name="Shape 106"/>
        <p:cNvGrpSpPr/>
        <p:nvPr/>
      </p:nvGrpSpPr>
      <p:grpSpPr>
        <a:xfrm>
          <a:off x="0" y="0"/>
          <a:ext cx="0" cy="0"/>
          <a:chOff x="0" y="0"/>
          <a:chExt cx="0" cy="0"/>
        </a:xfrm>
      </p:grpSpPr>
      <p:sp>
        <p:nvSpPr>
          <p:cNvPr id="107" name="Google Shape;107;h19034d514f5d6f97_0_1882"/>
          <p:cNvSpPr txBox="1">
            <a:spLocks noGrp="1"/>
          </p:cNvSpPr>
          <p:nvPr>
            <p:ph type="ctrTitle"/>
          </p:nvPr>
        </p:nvSpPr>
        <p:spPr>
          <a:xfrm>
            <a:off x="249300" y="1621850"/>
            <a:ext cx="3933300" cy="2159100"/>
          </a:xfrm>
          <a:prstGeom prst="rect">
            <a:avLst/>
          </a:prstGeom>
        </p:spPr>
        <p:txBody>
          <a:bodyPr spcFirstLastPara="1" wrap="square" lIns="91425" tIns="91425" rIns="91425" bIns="91425" anchor="t" anchorCtr="0">
            <a:normAutofit/>
          </a:bodyPr>
          <a:lstStyle>
            <a:lvl1pPr lvl="0">
              <a:spcBef>
                <a:spcPts val="0"/>
              </a:spcBef>
              <a:spcAft>
                <a:spcPts val="0"/>
              </a:spcAft>
              <a:buSzPts val="3200"/>
              <a:buNone/>
              <a:defRPr sz="3200"/>
            </a:lvl1pPr>
            <a:lvl2pPr lvl="1">
              <a:spcBef>
                <a:spcPts val="0"/>
              </a:spcBef>
              <a:spcAft>
                <a:spcPts val="0"/>
              </a:spcAft>
              <a:buSzPts val="3300"/>
              <a:buFont typeface="Inter Tight"/>
              <a:buNone/>
              <a:defRPr sz="3300">
                <a:latin typeface="Inter Tight"/>
                <a:ea typeface="Inter Tight"/>
                <a:cs typeface="Inter Tight"/>
                <a:sym typeface="Inter Tight"/>
              </a:defRPr>
            </a:lvl2pPr>
            <a:lvl3pPr lvl="2">
              <a:spcBef>
                <a:spcPts val="0"/>
              </a:spcBef>
              <a:spcAft>
                <a:spcPts val="0"/>
              </a:spcAft>
              <a:buSzPts val="3300"/>
              <a:buFont typeface="Inter Tight"/>
              <a:buNone/>
              <a:defRPr sz="3300">
                <a:latin typeface="Inter Tight"/>
                <a:ea typeface="Inter Tight"/>
                <a:cs typeface="Inter Tight"/>
                <a:sym typeface="Inter Tight"/>
              </a:defRPr>
            </a:lvl3pPr>
            <a:lvl4pPr lvl="3">
              <a:spcBef>
                <a:spcPts val="0"/>
              </a:spcBef>
              <a:spcAft>
                <a:spcPts val="0"/>
              </a:spcAft>
              <a:buSzPts val="3300"/>
              <a:buFont typeface="Inter Tight"/>
              <a:buNone/>
              <a:defRPr sz="3300">
                <a:latin typeface="Inter Tight"/>
                <a:ea typeface="Inter Tight"/>
                <a:cs typeface="Inter Tight"/>
                <a:sym typeface="Inter Tight"/>
              </a:defRPr>
            </a:lvl4pPr>
            <a:lvl5pPr lvl="4">
              <a:spcBef>
                <a:spcPts val="0"/>
              </a:spcBef>
              <a:spcAft>
                <a:spcPts val="0"/>
              </a:spcAft>
              <a:buSzPts val="3300"/>
              <a:buFont typeface="Inter Tight"/>
              <a:buNone/>
              <a:defRPr sz="3300">
                <a:latin typeface="Inter Tight"/>
                <a:ea typeface="Inter Tight"/>
                <a:cs typeface="Inter Tight"/>
                <a:sym typeface="Inter Tight"/>
              </a:defRPr>
            </a:lvl5pPr>
            <a:lvl6pPr lvl="5">
              <a:spcBef>
                <a:spcPts val="0"/>
              </a:spcBef>
              <a:spcAft>
                <a:spcPts val="0"/>
              </a:spcAft>
              <a:buSzPts val="3300"/>
              <a:buFont typeface="Inter Tight"/>
              <a:buNone/>
              <a:defRPr sz="3300">
                <a:latin typeface="Inter Tight"/>
                <a:ea typeface="Inter Tight"/>
                <a:cs typeface="Inter Tight"/>
                <a:sym typeface="Inter Tight"/>
              </a:defRPr>
            </a:lvl6pPr>
            <a:lvl7pPr lvl="6">
              <a:spcBef>
                <a:spcPts val="0"/>
              </a:spcBef>
              <a:spcAft>
                <a:spcPts val="0"/>
              </a:spcAft>
              <a:buSzPts val="3300"/>
              <a:buFont typeface="Inter Tight"/>
              <a:buNone/>
              <a:defRPr sz="3300">
                <a:latin typeface="Inter Tight"/>
                <a:ea typeface="Inter Tight"/>
                <a:cs typeface="Inter Tight"/>
                <a:sym typeface="Inter Tight"/>
              </a:defRPr>
            </a:lvl7pPr>
            <a:lvl8pPr lvl="7">
              <a:spcBef>
                <a:spcPts val="0"/>
              </a:spcBef>
              <a:spcAft>
                <a:spcPts val="0"/>
              </a:spcAft>
              <a:buSzPts val="3300"/>
              <a:buFont typeface="Inter Tight"/>
              <a:buNone/>
              <a:defRPr sz="3300">
                <a:latin typeface="Inter Tight"/>
                <a:ea typeface="Inter Tight"/>
                <a:cs typeface="Inter Tight"/>
                <a:sym typeface="Inter Tight"/>
              </a:defRPr>
            </a:lvl8pPr>
            <a:lvl9pPr lvl="8">
              <a:spcBef>
                <a:spcPts val="0"/>
              </a:spcBef>
              <a:spcAft>
                <a:spcPts val="0"/>
              </a:spcAft>
              <a:buSzPts val="3300"/>
              <a:buFont typeface="Inter Tight"/>
              <a:buNone/>
              <a:defRPr sz="3300">
                <a:latin typeface="Inter Tight"/>
                <a:ea typeface="Inter Tight"/>
                <a:cs typeface="Inter Tight"/>
                <a:sym typeface="Inter Tight"/>
              </a:defRPr>
            </a:lvl9pPr>
          </a:lstStyle>
          <a:p>
            <a:endParaRPr/>
          </a:p>
        </p:txBody>
      </p:sp>
      <p:sp>
        <p:nvSpPr>
          <p:cNvPr id="108" name="Google Shape;108;h19034d514f5d6f97_0_1882"/>
          <p:cNvSpPr txBox="1">
            <a:spLocks noGrp="1"/>
          </p:cNvSpPr>
          <p:nvPr>
            <p:ph type="subTitle" idx="1"/>
          </p:nvPr>
        </p:nvSpPr>
        <p:spPr>
          <a:xfrm>
            <a:off x="249300" y="3311550"/>
            <a:ext cx="3933300" cy="7926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Clr>
                <a:srgbClr val="FF438C"/>
              </a:buClr>
              <a:buSzPts val="2000"/>
              <a:buFont typeface="Momo Trust Sans"/>
              <a:buNone/>
              <a:defRPr sz="2000">
                <a:solidFill>
                  <a:srgbClr val="FF438C"/>
                </a:solidFill>
                <a:latin typeface="Momo Trust Sans"/>
                <a:ea typeface="Momo Trust Sans"/>
                <a:cs typeface="Momo Trust Sans"/>
                <a:sym typeface="Momo Trust Sans"/>
              </a:defRPr>
            </a:lvl1pPr>
            <a:lvl2pPr lvl="1">
              <a:lnSpc>
                <a:spcPct val="100000"/>
              </a:lnSpc>
              <a:spcBef>
                <a:spcPts val="0"/>
              </a:spcBef>
              <a:spcAft>
                <a:spcPts val="0"/>
              </a:spcAft>
              <a:buSzPts val="2300"/>
              <a:buFont typeface="Inter Tight"/>
              <a:buNone/>
              <a:defRPr sz="2300">
                <a:latin typeface="Inter Tight"/>
                <a:ea typeface="Inter Tight"/>
                <a:cs typeface="Inter Tight"/>
                <a:sym typeface="Inter Tight"/>
              </a:defRPr>
            </a:lvl2pPr>
            <a:lvl3pPr lvl="2">
              <a:lnSpc>
                <a:spcPct val="100000"/>
              </a:lnSpc>
              <a:spcBef>
                <a:spcPts val="0"/>
              </a:spcBef>
              <a:spcAft>
                <a:spcPts val="0"/>
              </a:spcAft>
              <a:buSzPts val="2300"/>
              <a:buFont typeface="Inter Tight"/>
              <a:buNone/>
              <a:defRPr sz="2300">
                <a:latin typeface="Inter Tight"/>
                <a:ea typeface="Inter Tight"/>
                <a:cs typeface="Inter Tight"/>
                <a:sym typeface="Inter Tight"/>
              </a:defRPr>
            </a:lvl3pPr>
            <a:lvl4pPr lvl="3">
              <a:lnSpc>
                <a:spcPct val="100000"/>
              </a:lnSpc>
              <a:spcBef>
                <a:spcPts val="0"/>
              </a:spcBef>
              <a:spcAft>
                <a:spcPts val="0"/>
              </a:spcAft>
              <a:buSzPts val="2300"/>
              <a:buFont typeface="Inter Tight"/>
              <a:buNone/>
              <a:defRPr sz="2300">
                <a:latin typeface="Inter Tight"/>
                <a:ea typeface="Inter Tight"/>
                <a:cs typeface="Inter Tight"/>
                <a:sym typeface="Inter Tight"/>
              </a:defRPr>
            </a:lvl4pPr>
            <a:lvl5pPr lvl="4">
              <a:lnSpc>
                <a:spcPct val="100000"/>
              </a:lnSpc>
              <a:spcBef>
                <a:spcPts val="0"/>
              </a:spcBef>
              <a:spcAft>
                <a:spcPts val="0"/>
              </a:spcAft>
              <a:buSzPts val="2300"/>
              <a:buFont typeface="Inter Tight"/>
              <a:buNone/>
              <a:defRPr sz="2300">
                <a:latin typeface="Inter Tight"/>
                <a:ea typeface="Inter Tight"/>
                <a:cs typeface="Inter Tight"/>
                <a:sym typeface="Inter Tight"/>
              </a:defRPr>
            </a:lvl5pPr>
            <a:lvl6pPr lvl="5">
              <a:lnSpc>
                <a:spcPct val="100000"/>
              </a:lnSpc>
              <a:spcBef>
                <a:spcPts val="0"/>
              </a:spcBef>
              <a:spcAft>
                <a:spcPts val="0"/>
              </a:spcAft>
              <a:buSzPts val="2300"/>
              <a:buFont typeface="Inter Tight"/>
              <a:buNone/>
              <a:defRPr sz="2300">
                <a:latin typeface="Inter Tight"/>
                <a:ea typeface="Inter Tight"/>
                <a:cs typeface="Inter Tight"/>
                <a:sym typeface="Inter Tight"/>
              </a:defRPr>
            </a:lvl6pPr>
            <a:lvl7pPr lvl="6">
              <a:lnSpc>
                <a:spcPct val="100000"/>
              </a:lnSpc>
              <a:spcBef>
                <a:spcPts val="0"/>
              </a:spcBef>
              <a:spcAft>
                <a:spcPts val="0"/>
              </a:spcAft>
              <a:buSzPts val="2300"/>
              <a:buFont typeface="Inter Tight"/>
              <a:buNone/>
              <a:defRPr sz="2300">
                <a:latin typeface="Inter Tight"/>
                <a:ea typeface="Inter Tight"/>
                <a:cs typeface="Inter Tight"/>
                <a:sym typeface="Inter Tight"/>
              </a:defRPr>
            </a:lvl7pPr>
            <a:lvl8pPr lvl="7">
              <a:lnSpc>
                <a:spcPct val="100000"/>
              </a:lnSpc>
              <a:spcBef>
                <a:spcPts val="0"/>
              </a:spcBef>
              <a:spcAft>
                <a:spcPts val="0"/>
              </a:spcAft>
              <a:buSzPts val="2300"/>
              <a:buFont typeface="Inter Tight"/>
              <a:buNone/>
              <a:defRPr sz="2300">
                <a:latin typeface="Inter Tight"/>
                <a:ea typeface="Inter Tight"/>
                <a:cs typeface="Inter Tight"/>
                <a:sym typeface="Inter Tight"/>
              </a:defRPr>
            </a:lvl8pPr>
            <a:lvl9pPr lvl="8">
              <a:lnSpc>
                <a:spcPct val="100000"/>
              </a:lnSpc>
              <a:spcBef>
                <a:spcPts val="0"/>
              </a:spcBef>
              <a:spcAft>
                <a:spcPts val="0"/>
              </a:spcAft>
              <a:buSzPts val="2300"/>
              <a:buFont typeface="Inter Tight"/>
              <a:buNone/>
              <a:defRPr sz="2300">
                <a:latin typeface="Inter Tight"/>
                <a:ea typeface="Inter Tight"/>
                <a:cs typeface="Inter Tight"/>
                <a:sym typeface="Inter Tight"/>
              </a:defRPr>
            </a:lvl9pPr>
          </a:lstStyle>
          <a:p>
            <a:endParaRPr/>
          </a:p>
        </p:txBody>
      </p:sp>
      <p:sp>
        <p:nvSpPr>
          <p:cNvPr id="109" name="Google Shape;109;h19034d514f5d6f97_0_188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extLst>
    <p:ext uri="{DCECCB84-F9BA-43D5-87BE-67443E8EF086}">
      <p15:sldGuideLst xmlns:p15="http://schemas.microsoft.com/office/powerpoint/2012/main">
        <p15:guide id="1" orient="horz" pos="1620">
          <p15:clr>
            <a:srgbClr val="E46962"/>
          </p15:clr>
        </p15:guide>
        <p15:guide id="2" pos="2880">
          <p15:clr>
            <a:srgbClr val="E46962"/>
          </p15:clr>
        </p15:guide>
        <p15:guide id="3" orient="horz" pos="157">
          <p15:clr>
            <a:srgbClr val="E46962"/>
          </p15:clr>
        </p15:guide>
        <p15:guide id="4" orient="horz" pos="3083">
          <p15:clr>
            <a:srgbClr val="E46962"/>
          </p15:clr>
        </p15:guide>
        <p15:guide id="5" pos="157">
          <p15:clr>
            <a:srgbClr val="E46962"/>
          </p15:clr>
        </p15:guide>
        <p15:guide id="6" pos="5603">
          <p15:clr>
            <a:srgbClr val="E46962"/>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Teal Cover">
  <p:cSld name="TITLE_1_2_1_1_1_2">
    <p:bg>
      <p:bgPr>
        <a:blipFill>
          <a:blip r:embed="rId2">
            <a:alphaModFix/>
          </a:blip>
          <a:stretch>
            <a:fillRect/>
          </a:stretch>
        </a:blipFill>
        <a:effectLst/>
      </p:bgPr>
    </p:bg>
    <p:spTree>
      <p:nvGrpSpPr>
        <p:cNvPr id="1" name="Shape 110"/>
        <p:cNvGrpSpPr/>
        <p:nvPr/>
      </p:nvGrpSpPr>
      <p:grpSpPr>
        <a:xfrm>
          <a:off x="0" y="0"/>
          <a:ext cx="0" cy="0"/>
          <a:chOff x="0" y="0"/>
          <a:chExt cx="0" cy="0"/>
        </a:xfrm>
      </p:grpSpPr>
      <p:sp>
        <p:nvSpPr>
          <p:cNvPr id="111" name="Google Shape;111;h19034d514f5d6f97_0_1886"/>
          <p:cNvSpPr txBox="1">
            <a:spLocks noGrp="1"/>
          </p:cNvSpPr>
          <p:nvPr>
            <p:ph type="ctrTitle"/>
          </p:nvPr>
        </p:nvSpPr>
        <p:spPr>
          <a:xfrm>
            <a:off x="249300" y="1621850"/>
            <a:ext cx="3933300" cy="2159100"/>
          </a:xfrm>
          <a:prstGeom prst="rect">
            <a:avLst/>
          </a:prstGeom>
        </p:spPr>
        <p:txBody>
          <a:bodyPr spcFirstLastPara="1" wrap="square" lIns="91425" tIns="91425" rIns="91425" bIns="91425" anchor="t" anchorCtr="0">
            <a:normAutofit/>
          </a:bodyPr>
          <a:lstStyle>
            <a:lvl1pPr lvl="0">
              <a:spcBef>
                <a:spcPts val="0"/>
              </a:spcBef>
              <a:spcAft>
                <a:spcPts val="0"/>
              </a:spcAft>
              <a:buSzPts val="3200"/>
              <a:buNone/>
              <a:defRPr sz="3200"/>
            </a:lvl1pPr>
            <a:lvl2pPr lvl="1">
              <a:spcBef>
                <a:spcPts val="0"/>
              </a:spcBef>
              <a:spcAft>
                <a:spcPts val="0"/>
              </a:spcAft>
              <a:buSzPts val="3300"/>
              <a:buFont typeface="Inter Tight"/>
              <a:buNone/>
              <a:defRPr sz="3300">
                <a:latin typeface="Inter Tight"/>
                <a:ea typeface="Inter Tight"/>
                <a:cs typeface="Inter Tight"/>
                <a:sym typeface="Inter Tight"/>
              </a:defRPr>
            </a:lvl2pPr>
            <a:lvl3pPr lvl="2">
              <a:spcBef>
                <a:spcPts val="0"/>
              </a:spcBef>
              <a:spcAft>
                <a:spcPts val="0"/>
              </a:spcAft>
              <a:buSzPts val="3300"/>
              <a:buFont typeface="Inter Tight"/>
              <a:buNone/>
              <a:defRPr sz="3300">
                <a:latin typeface="Inter Tight"/>
                <a:ea typeface="Inter Tight"/>
                <a:cs typeface="Inter Tight"/>
                <a:sym typeface="Inter Tight"/>
              </a:defRPr>
            </a:lvl3pPr>
            <a:lvl4pPr lvl="3">
              <a:spcBef>
                <a:spcPts val="0"/>
              </a:spcBef>
              <a:spcAft>
                <a:spcPts val="0"/>
              </a:spcAft>
              <a:buSzPts val="3300"/>
              <a:buFont typeface="Inter Tight"/>
              <a:buNone/>
              <a:defRPr sz="3300">
                <a:latin typeface="Inter Tight"/>
                <a:ea typeface="Inter Tight"/>
                <a:cs typeface="Inter Tight"/>
                <a:sym typeface="Inter Tight"/>
              </a:defRPr>
            </a:lvl4pPr>
            <a:lvl5pPr lvl="4">
              <a:spcBef>
                <a:spcPts val="0"/>
              </a:spcBef>
              <a:spcAft>
                <a:spcPts val="0"/>
              </a:spcAft>
              <a:buSzPts val="3300"/>
              <a:buFont typeface="Inter Tight"/>
              <a:buNone/>
              <a:defRPr sz="3300">
                <a:latin typeface="Inter Tight"/>
                <a:ea typeface="Inter Tight"/>
                <a:cs typeface="Inter Tight"/>
                <a:sym typeface="Inter Tight"/>
              </a:defRPr>
            </a:lvl5pPr>
            <a:lvl6pPr lvl="5">
              <a:spcBef>
                <a:spcPts val="0"/>
              </a:spcBef>
              <a:spcAft>
                <a:spcPts val="0"/>
              </a:spcAft>
              <a:buSzPts val="3300"/>
              <a:buFont typeface="Inter Tight"/>
              <a:buNone/>
              <a:defRPr sz="3300">
                <a:latin typeface="Inter Tight"/>
                <a:ea typeface="Inter Tight"/>
                <a:cs typeface="Inter Tight"/>
                <a:sym typeface="Inter Tight"/>
              </a:defRPr>
            </a:lvl6pPr>
            <a:lvl7pPr lvl="6">
              <a:spcBef>
                <a:spcPts val="0"/>
              </a:spcBef>
              <a:spcAft>
                <a:spcPts val="0"/>
              </a:spcAft>
              <a:buSzPts val="3300"/>
              <a:buFont typeface="Inter Tight"/>
              <a:buNone/>
              <a:defRPr sz="3300">
                <a:latin typeface="Inter Tight"/>
                <a:ea typeface="Inter Tight"/>
                <a:cs typeface="Inter Tight"/>
                <a:sym typeface="Inter Tight"/>
              </a:defRPr>
            </a:lvl7pPr>
            <a:lvl8pPr lvl="7">
              <a:spcBef>
                <a:spcPts val="0"/>
              </a:spcBef>
              <a:spcAft>
                <a:spcPts val="0"/>
              </a:spcAft>
              <a:buSzPts val="3300"/>
              <a:buFont typeface="Inter Tight"/>
              <a:buNone/>
              <a:defRPr sz="3300">
                <a:latin typeface="Inter Tight"/>
                <a:ea typeface="Inter Tight"/>
                <a:cs typeface="Inter Tight"/>
                <a:sym typeface="Inter Tight"/>
              </a:defRPr>
            </a:lvl8pPr>
            <a:lvl9pPr lvl="8">
              <a:spcBef>
                <a:spcPts val="0"/>
              </a:spcBef>
              <a:spcAft>
                <a:spcPts val="0"/>
              </a:spcAft>
              <a:buSzPts val="3300"/>
              <a:buFont typeface="Inter Tight"/>
              <a:buNone/>
              <a:defRPr sz="3300">
                <a:latin typeface="Inter Tight"/>
                <a:ea typeface="Inter Tight"/>
                <a:cs typeface="Inter Tight"/>
                <a:sym typeface="Inter Tight"/>
              </a:defRPr>
            </a:lvl9pPr>
          </a:lstStyle>
          <a:p>
            <a:endParaRPr/>
          </a:p>
        </p:txBody>
      </p:sp>
      <p:sp>
        <p:nvSpPr>
          <p:cNvPr id="112" name="Google Shape;112;h19034d514f5d6f97_0_1886"/>
          <p:cNvSpPr txBox="1">
            <a:spLocks noGrp="1"/>
          </p:cNvSpPr>
          <p:nvPr>
            <p:ph type="subTitle" idx="1"/>
          </p:nvPr>
        </p:nvSpPr>
        <p:spPr>
          <a:xfrm>
            <a:off x="249300" y="3311550"/>
            <a:ext cx="3933300" cy="7926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Clr>
                <a:srgbClr val="FF438C"/>
              </a:buClr>
              <a:buSzPts val="2000"/>
              <a:buFont typeface="Momo Trust Sans"/>
              <a:buNone/>
              <a:defRPr sz="2000">
                <a:solidFill>
                  <a:srgbClr val="FF438C"/>
                </a:solidFill>
                <a:latin typeface="Momo Trust Sans"/>
                <a:ea typeface="Momo Trust Sans"/>
                <a:cs typeface="Momo Trust Sans"/>
                <a:sym typeface="Momo Trust Sans"/>
              </a:defRPr>
            </a:lvl1pPr>
            <a:lvl2pPr lvl="1">
              <a:lnSpc>
                <a:spcPct val="100000"/>
              </a:lnSpc>
              <a:spcBef>
                <a:spcPts val="0"/>
              </a:spcBef>
              <a:spcAft>
                <a:spcPts val="0"/>
              </a:spcAft>
              <a:buSzPts val="2300"/>
              <a:buFont typeface="Inter Tight"/>
              <a:buNone/>
              <a:defRPr sz="2300">
                <a:latin typeface="Inter Tight"/>
                <a:ea typeface="Inter Tight"/>
                <a:cs typeface="Inter Tight"/>
                <a:sym typeface="Inter Tight"/>
              </a:defRPr>
            </a:lvl2pPr>
            <a:lvl3pPr lvl="2">
              <a:lnSpc>
                <a:spcPct val="100000"/>
              </a:lnSpc>
              <a:spcBef>
                <a:spcPts val="0"/>
              </a:spcBef>
              <a:spcAft>
                <a:spcPts val="0"/>
              </a:spcAft>
              <a:buSzPts val="2300"/>
              <a:buFont typeface="Inter Tight"/>
              <a:buNone/>
              <a:defRPr sz="2300">
                <a:latin typeface="Inter Tight"/>
                <a:ea typeface="Inter Tight"/>
                <a:cs typeface="Inter Tight"/>
                <a:sym typeface="Inter Tight"/>
              </a:defRPr>
            </a:lvl3pPr>
            <a:lvl4pPr lvl="3">
              <a:lnSpc>
                <a:spcPct val="100000"/>
              </a:lnSpc>
              <a:spcBef>
                <a:spcPts val="0"/>
              </a:spcBef>
              <a:spcAft>
                <a:spcPts val="0"/>
              </a:spcAft>
              <a:buSzPts val="2300"/>
              <a:buFont typeface="Inter Tight"/>
              <a:buNone/>
              <a:defRPr sz="2300">
                <a:latin typeface="Inter Tight"/>
                <a:ea typeface="Inter Tight"/>
                <a:cs typeface="Inter Tight"/>
                <a:sym typeface="Inter Tight"/>
              </a:defRPr>
            </a:lvl4pPr>
            <a:lvl5pPr lvl="4">
              <a:lnSpc>
                <a:spcPct val="100000"/>
              </a:lnSpc>
              <a:spcBef>
                <a:spcPts val="0"/>
              </a:spcBef>
              <a:spcAft>
                <a:spcPts val="0"/>
              </a:spcAft>
              <a:buSzPts val="2300"/>
              <a:buFont typeface="Inter Tight"/>
              <a:buNone/>
              <a:defRPr sz="2300">
                <a:latin typeface="Inter Tight"/>
                <a:ea typeface="Inter Tight"/>
                <a:cs typeface="Inter Tight"/>
                <a:sym typeface="Inter Tight"/>
              </a:defRPr>
            </a:lvl5pPr>
            <a:lvl6pPr lvl="5">
              <a:lnSpc>
                <a:spcPct val="100000"/>
              </a:lnSpc>
              <a:spcBef>
                <a:spcPts val="0"/>
              </a:spcBef>
              <a:spcAft>
                <a:spcPts val="0"/>
              </a:spcAft>
              <a:buSzPts val="2300"/>
              <a:buFont typeface="Inter Tight"/>
              <a:buNone/>
              <a:defRPr sz="2300">
                <a:latin typeface="Inter Tight"/>
                <a:ea typeface="Inter Tight"/>
                <a:cs typeface="Inter Tight"/>
                <a:sym typeface="Inter Tight"/>
              </a:defRPr>
            </a:lvl6pPr>
            <a:lvl7pPr lvl="6">
              <a:lnSpc>
                <a:spcPct val="100000"/>
              </a:lnSpc>
              <a:spcBef>
                <a:spcPts val="0"/>
              </a:spcBef>
              <a:spcAft>
                <a:spcPts val="0"/>
              </a:spcAft>
              <a:buSzPts val="2300"/>
              <a:buFont typeface="Inter Tight"/>
              <a:buNone/>
              <a:defRPr sz="2300">
                <a:latin typeface="Inter Tight"/>
                <a:ea typeface="Inter Tight"/>
                <a:cs typeface="Inter Tight"/>
                <a:sym typeface="Inter Tight"/>
              </a:defRPr>
            </a:lvl7pPr>
            <a:lvl8pPr lvl="7">
              <a:lnSpc>
                <a:spcPct val="100000"/>
              </a:lnSpc>
              <a:spcBef>
                <a:spcPts val="0"/>
              </a:spcBef>
              <a:spcAft>
                <a:spcPts val="0"/>
              </a:spcAft>
              <a:buSzPts val="2300"/>
              <a:buFont typeface="Inter Tight"/>
              <a:buNone/>
              <a:defRPr sz="2300">
                <a:latin typeface="Inter Tight"/>
                <a:ea typeface="Inter Tight"/>
                <a:cs typeface="Inter Tight"/>
                <a:sym typeface="Inter Tight"/>
              </a:defRPr>
            </a:lvl8pPr>
            <a:lvl9pPr lvl="8">
              <a:lnSpc>
                <a:spcPct val="100000"/>
              </a:lnSpc>
              <a:spcBef>
                <a:spcPts val="0"/>
              </a:spcBef>
              <a:spcAft>
                <a:spcPts val="0"/>
              </a:spcAft>
              <a:buSzPts val="2300"/>
              <a:buFont typeface="Inter Tight"/>
              <a:buNone/>
              <a:defRPr sz="2300">
                <a:latin typeface="Inter Tight"/>
                <a:ea typeface="Inter Tight"/>
                <a:cs typeface="Inter Tight"/>
                <a:sym typeface="Inter Tight"/>
              </a:defRPr>
            </a:lvl9pPr>
          </a:lstStyle>
          <a:p>
            <a:endParaRPr/>
          </a:p>
        </p:txBody>
      </p:sp>
      <p:sp>
        <p:nvSpPr>
          <p:cNvPr id="113" name="Google Shape;113;h19034d514f5d6f97_0_188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extLst>
    <p:ext uri="{DCECCB84-F9BA-43D5-87BE-67443E8EF086}">
      <p15:sldGuideLst xmlns:p15="http://schemas.microsoft.com/office/powerpoint/2012/main">
        <p15:guide id="1" orient="horz" pos="1620">
          <p15:clr>
            <a:srgbClr val="E46962"/>
          </p15:clr>
        </p15:guide>
        <p15:guide id="2" pos="2880">
          <p15:clr>
            <a:srgbClr val="E46962"/>
          </p15:clr>
        </p15:guide>
        <p15:guide id="3" orient="horz" pos="157">
          <p15:clr>
            <a:srgbClr val="E46962"/>
          </p15:clr>
        </p15:guide>
        <p15:guide id="4" orient="horz" pos="3083">
          <p15:clr>
            <a:srgbClr val="E46962"/>
          </p15:clr>
        </p15:guide>
        <p15:guide id="5" pos="157">
          <p15:clr>
            <a:srgbClr val="E46962"/>
          </p15:clr>
        </p15:guide>
        <p15:guide id="6" pos="5603">
          <p15:clr>
            <a:srgbClr val="E46962"/>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Blue Cover">
  <p:cSld name="TITLE_1_2_1_1_1_1">
    <p:bg>
      <p:bgPr>
        <a:blipFill>
          <a:blip r:embed="rId2">
            <a:alphaModFix/>
          </a:blip>
          <a:stretch>
            <a:fillRect/>
          </a:stretch>
        </a:blipFill>
        <a:effectLst/>
      </p:bgPr>
    </p:bg>
    <p:spTree>
      <p:nvGrpSpPr>
        <p:cNvPr id="1" name="Shape 114"/>
        <p:cNvGrpSpPr/>
        <p:nvPr/>
      </p:nvGrpSpPr>
      <p:grpSpPr>
        <a:xfrm>
          <a:off x="0" y="0"/>
          <a:ext cx="0" cy="0"/>
          <a:chOff x="0" y="0"/>
          <a:chExt cx="0" cy="0"/>
        </a:xfrm>
      </p:grpSpPr>
      <p:sp>
        <p:nvSpPr>
          <p:cNvPr id="115" name="Google Shape;115;h19034d514f5d6f97_0_1890"/>
          <p:cNvSpPr txBox="1">
            <a:spLocks noGrp="1"/>
          </p:cNvSpPr>
          <p:nvPr>
            <p:ph type="ctrTitle"/>
          </p:nvPr>
        </p:nvSpPr>
        <p:spPr>
          <a:xfrm>
            <a:off x="249300" y="1621850"/>
            <a:ext cx="3933300" cy="2159100"/>
          </a:xfrm>
          <a:prstGeom prst="rect">
            <a:avLst/>
          </a:prstGeom>
        </p:spPr>
        <p:txBody>
          <a:bodyPr spcFirstLastPara="1" wrap="square" lIns="91425" tIns="91425" rIns="91425" bIns="91425" anchor="t" anchorCtr="0">
            <a:normAutofit/>
          </a:bodyPr>
          <a:lstStyle>
            <a:lvl1pPr lvl="0">
              <a:spcBef>
                <a:spcPts val="0"/>
              </a:spcBef>
              <a:spcAft>
                <a:spcPts val="0"/>
              </a:spcAft>
              <a:buSzPts val="3200"/>
              <a:buNone/>
              <a:defRPr sz="3200"/>
            </a:lvl1pPr>
            <a:lvl2pPr lvl="1">
              <a:spcBef>
                <a:spcPts val="0"/>
              </a:spcBef>
              <a:spcAft>
                <a:spcPts val="0"/>
              </a:spcAft>
              <a:buSzPts val="3300"/>
              <a:buFont typeface="Inter Tight"/>
              <a:buNone/>
              <a:defRPr sz="3300">
                <a:latin typeface="Inter Tight"/>
                <a:ea typeface="Inter Tight"/>
                <a:cs typeface="Inter Tight"/>
                <a:sym typeface="Inter Tight"/>
              </a:defRPr>
            </a:lvl2pPr>
            <a:lvl3pPr lvl="2">
              <a:spcBef>
                <a:spcPts val="0"/>
              </a:spcBef>
              <a:spcAft>
                <a:spcPts val="0"/>
              </a:spcAft>
              <a:buSzPts val="3300"/>
              <a:buFont typeface="Inter Tight"/>
              <a:buNone/>
              <a:defRPr sz="3300">
                <a:latin typeface="Inter Tight"/>
                <a:ea typeface="Inter Tight"/>
                <a:cs typeface="Inter Tight"/>
                <a:sym typeface="Inter Tight"/>
              </a:defRPr>
            </a:lvl3pPr>
            <a:lvl4pPr lvl="3">
              <a:spcBef>
                <a:spcPts val="0"/>
              </a:spcBef>
              <a:spcAft>
                <a:spcPts val="0"/>
              </a:spcAft>
              <a:buSzPts val="3300"/>
              <a:buFont typeface="Inter Tight"/>
              <a:buNone/>
              <a:defRPr sz="3300">
                <a:latin typeface="Inter Tight"/>
                <a:ea typeface="Inter Tight"/>
                <a:cs typeface="Inter Tight"/>
                <a:sym typeface="Inter Tight"/>
              </a:defRPr>
            </a:lvl4pPr>
            <a:lvl5pPr lvl="4">
              <a:spcBef>
                <a:spcPts val="0"/>
              </a:spcBef>
              <a:spcAft>
                <a:spcPts val="0"/>
              </a:spcAft>
              <a:buSzPts val="3300"/>
              <a:buFont typeface="Inter Tight"/>
              <a:buNone/>
              <a:defRPr sz="3300">
                <a:latin typeface="Inter Tight"/>
                <a:ea typeface="Inter Tight"/>
                <a:cs typeface="Inter Tight"/>
                <a:sym typeface="Inter Tight"/>
              </a:defRPr>
            </a:lvl5pPr>
            <a:lvl6pPr lvl="5">
              <a:spcBef>
                <a:spcPts val="0"/>
              </a:spcBef>
              <a:spcAft>
                <a:spcPts val="0"/>
              </a:spcAft>
              <a:buSzPts val="3300"/>
              <a:buFont typeface="Inter Tight"/>
              <a:buNone/>
              <a:defRPr sz="3300">
                <a:latin typeface="Inter Tight"/>
                <a:ea typeface="Inter Tight"/>
                <a:cs typeface="Inter Tight"/>
                <a:sym typeface="Inter Tight"/>
              </a:defRPr>
            </a:lvl6pPr>
            <a:lvl7pPr lvl="6">
              <a:spcBef>
                <a:spcPts val="0"/>
              </a:spcBef>
              <a:spcAft>
                <a:spcPts val="0"/>
              </a:spcAft>
              <a:buSzPts val="3300"/>
              <a:buFont typeface="Inter Tight"/>
              <a:buNone/>
              <a:defRPr sz="3300">
                <a:latin typeface="Inter Tight"/>
                <a:ea typeface="Inter Tight"/>
                <a:cs typeface="Inter Tight"/>
                <a:sym typeface="Inter Tight"/>
              </a:defRPr>
            </a:lvl7pPr>
            <a:lvl8pPr lvl="7">
              <a:spcBef>
                <a:spcPts val="0"/>
              </a:spcBef>
              <a:spcAft>
                <a:spcPts val="0"/>
              </a:spcAft>
              <a:buSzPts val="3300"/>
              <a:buFont typeface="Inter Tight"/>
              <a:buNone/>
              <a:defRPr sz="3300">
                <a:latin typeface="Inter Tight"/>
                <a:ea typeface="Inter Tight"/>
                <a:cs typeface="Inter Tight"/>
                <a:sym typeface="Inter Tight"/>
              </a:defRPr>
            </a:lvl8pPr>
            <a:lvl9pPr lvl="8">
              <a:spcBef>
                <a:spcPts val="0"/>
              </a:spcBef>
              <a:spcAft>
                <a:spcPts val="0"/>
              </a:spcAft>
              <a:buSzPts val="3300"/>
              <a:buFont typeface="Inter Tight"/>
              <a:buNone/>
              <a:defRPr sz="3300">
                <a:latin typeface="Inter Tight"/>
                <a:ea typeface="Inter Tight"/>
                <a:cs typeface="Inter Tight"/>
                <a:sym typeface="Inter Tight"/>
              </a:defRPr>
            </a:lvl9pPr>
          </a:lstStyle>
          <a:p>
            <a:endParaRPr/>
          </a:p>
        </p:txBody>
      </p:sp>
      <p:sp>
        <p:nvSpPr>
          <p:cNvPr id="116" name="Google Shape;116;h19034d514f5d6f97_0_1890"/>
          <p:cNvSpPr txBox="1">
            <a:spLocks noGrp="1"/>
          </p:cNvSpPr>
          <p:nvPr>
            <p:ph type="subTitle" idx="1"/>
          </p:nvPr>
        </p:nvSpPr>
        <p:spPr>
          <a:xfrm>
            <a:off x="249300" y="3311550"/>
            <a:ext cx="3933300" cy="7926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Clr>
                <a:srgbClr val="FF438C"/>
              </a:buClr>
              <a:buSzPts val="2000"/>
              <a:buFont typeface="Momo Trust Sans"/>
              <a:buNone/>
              <a:defRPr sz="2000">
                <a:solidFill>
                  <a:srgbClr val="FF438C"/>
                </a:solidFill>
                <a:latin typeface="Momo Trust Sans"/>
                <a:ea typeface="Momo Trust Sans"/>
                <a:cs typeface="Momo Trust Sans"/>
                <a:sym typeface="Momo Trust Sans"/>
              </a:defRPr>
            </a:lvl1pPr>
            <a:lvl2pPr lvl="1">
              <a:lnSpc>
                <a:spcPct val="100000"/>
              </a:lnSpc>
              <a:spcBef>
                <a:spcPts val="0"/>
              </a:spcBef>
              <a:spcAft>
                <a:spcPts val="0"/>
              </a:spcAft>
              <a:buSzPts val="2300"/>
              <a:buFont typeface="Inter Tight"/>
              <a:buNone/>
              <a:defRPr sz="2300">
                <a:latin typeface="Inter Tight"/>
                <a:ea typeface="Inter Tight"/>
                <a:cs typeface="Inter Tight"/>
                <a:sym typeface="Inter Tight"/>
              </a:defRPr>
            </a:lvl2pPr>
            <a:lvl3pPr lvl="2">
              <a:lnSpc>
                <a:spcPct val="100000"/>
              </a:lnSpc>
              <a:spcBef>
                <a:spcPts val="0"/>
              </a:spcBef>
              <a:spcAft>
                <a:spcPts val="0"/>
              </a:spcAft>
              <a:buSzPts val="2300"/>
              <a:buFont typeface="Inter Tight"/>
              <a:buNone/>
              <a:defRPr sz="2300">
                <a:latin typeface="Inter Tight"/>
                <a:ea typeface="Inter Tight"/>
                <a:cs typeface="Inter Tight"/>
                <a:sym typeface="Inter Tight"/>
              </a:defRPr>
            </a:lvl3pPr>
            <a:lvl4pPr lvl="3">
              <a:lnSpc>
                <a:spcPct val="100000"/>
              </a:lnSpc>
              <a:spcBef>
                <a:spcPts val="0"/>
              </a:spcBef>
              <a:spcAft>
                <a:spcPts val="0"/>
              </a:spcAft>
              <a:buSzPts val="2300"/>
              <a:buFont typeface="Inter Tight"/>
              <a:buNone/>
              <a:defRPr sz="2300">
                <a:latin typeface="Inter Tight"/>
                <a:ea typeface="Inter Tight"/>
                <a:cs typeface="Inter Tight"/>
                <a:sym typeface="Inter Tight"/>
              </a:defRPr>
            </a:lvl4pPr>
            <a:lvl5pPr lvl="4">
              <a:lnSpc>
                <a:spcPct val="100000"/>
              </a:lnSpc>
              <a:spcBef>
                <a:spcPts val="0"/>
              </a:spcBef>
              <a:spcAft>
                <a:spcPts val="0"/>
              </a:spcAft>
              <a:buSzPts val="2300"/>
              <a:buFont typeface="Inter Tight"/>
              <a:buNone/>
              <a:defRPr sz="2300">
                <a:latin typeface="Inter Tight"/>
                <a:ea typeface="Inter Tight"/>
                <a:cs typeface="Inter Tight"/>
                <a:sym typeface="Inter Tight"/>
              </a:defRPr>
            </a:lvl5pPr>
            <a:lvl6pPr lvl="5">
              <a:lnSpc>
                <a:spcPct val="100000"/>
              </a:lnSpc>
              <a:spcBef>
                <a:spcPts val="0"/>
              </a:spcBef>
              <a:spcAft>
                <a:spcPts val="0"/>
              </a:spcAft>
              <a:buSzPts val="2300"/>
              <a:buFont typeface="Inter Tight"/>
              <a:buNone/>
              <a:defRPr sz="2300">
                <a:latin typeface="Inter Tight"/>
                <a:ea typeface="Inter Tight"/>
                <a:cs typeface="Inter Tight"/>
                <a:sym typeface="Inter Tight"/>
              </a:defRPr>
            </a:lvl6pPr>
            <a:lvl7pPr lvl="6">
              <a:lnSpc>
                <a:spcPct val="100000"/>
              </a:lnSpc>
              <a:spcBef>
                <a:spcPts val="0"/>
              </a:spcBef>
              <a:spcAft>
                <a:spcPts val="0"/>
              </a:spcAft>
              <a:buSzPts val="2300"/>
              <a:buFont typeface="Inter Tight"/>
              <a:buNone/>
              <a:defRPr sz="2300">
                <a:latin typeface="Inter Tight"/>
                <a:ea typeface="Inter Tight"/>
                <a:cs typeface="Inter Tight"/>
                <a:sym typeface="Inter Tight"/>
              </a:defRPr>
            </a:lvl7pPr>
            <a:lvl8pPr lvl="7">
              <a:lnSpc>
                <a:spcPct val="100000"/>
              </a:lnSpc>
              <a:spcBef>
                <a:spcPts val="0"/>
              </a:spcBef>
              <a:spcAft>
                <a:spcPts val="0"/>
              </a:spcAft>
              <a:buSzPts val="2300"/>
              <a:buFont typeface="Inter Tight"/>
              <a:buNone/>
              <a:defRPr sz="2300">
                <a:latin typeface="Inter Tight"/>
                <a:ea typeface="Inter Tight"/>
                <a:cs typeface="Inter Tight"/>
                <a:sym typeface="Inter Tight"/>
              </a:defRPr>
            </a:lvl8pPr>
            <a:lvl9pPr lvl="8">
              <a:lnSpc>
                <a:spcPct val="100000"/>
              </a:lnSpc>
              <a:spcBef>
                <a:spcPts val="0"/>
              </a:spcBef>
              <a:spcAft>
                <a:spcPts val="0"/>
              </a:spcAft>
              <a:buSzPts val="2300"/>
              <a:buFont typeface="Inter Tight"/>
              <a:buNone/>
              <a:defRPr sz="2300">
                <a:latin typeface="Inter Tight"/>
                <a:ea typeface="Inter Tight"/>
                <a:cs typeface="Inter Tight"/>
                <a:sym typeface="Inter Tight"/>
              </a:defRPr>
            </a:lvl9pPr>
          </a:lstStyle>
          <a:p>
            <a:endParaRPr/>
          </a:p>
        </p:txBody>
      </p:sp>
      <p:sp>
        <p:nvSpPr>
          <p:cNvPr id="117" name="Google Shape;117;h19034d514f5d6f97_0_189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extLst>
    <p:ext uri="{DCECCB84-F9BA-43D5-87BE-67443E8EF086}">
      <p15:sldGuideLst xmlns:p15="http://schemas.microsoft.com/office/powerpoint/2012/main">
        <p15:guide id="1" orient="horz" pos="1620">
          <p15:clr>
            <a:srgbClr val="E46962"/>
          </p15:clr>
        </p15:guide>
        <p15:guide id="2" pos="2880">
          <p15:clr>
            <a:srgbClr val="E46962"/>
          </p15:clr>
        </p15:guide>
        <p15:guide id="3" orient="horz" pos="157">
          <p15:clr>
            <a:srgbClr val="E46962"/>
          </p15:clr>
        </p15:guide>
        <p15:guide id="4" orient="horz" pos="3083">
          <p15:clr>
            <a:srgbClr val="E46962"/>
          </p15:clr>
        </p15:guide>
        <p15:guide id="5" pos="157">
          <p15:clr>
            <a:srgbClr val="E46962"/>
          </p15:clr>
        </p15:guide>
        <p15:guide id="6" pos="5603">
          <p15:clr>
            <a:srgbClr val="E46962"/>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Purple Cover">
  <p:cSld name="TITLE_1_2_1_1_1_1_1">
    <p:bg>
      <p:bgPr>
        <a:blipFill>
          <a:blip r:embed="rId2">
            <a:alphaModFix/>
          </a:blip>
          <a:stretch>
            <a:fillRect/>
          </a:stretch>
        </a:blipFill>
        <a:effectLst/>
      </p:bgPr>
    </p:bg>
    <p:spTree>
      <p:nvGrpSpPr>
        <p:cNvPr id="1" name="Shape 118"/>
        <p:cNvGrpSpPr/>
        <p:nvPr/>
      </p:nvGrpSpPr>
      <p:grpSpPr>
        <a:xfrm>
          <a:off x="0" y="0"/>
          <a:ext cx="0" cy="0"/>
          <a:chOff x="0" y="0"/>
          <a:chExt cx="0" cy="0"/>
        </a:xfrm>
      </p:grpSpPr>
      <p:sp>
        <p:nvSpPr>
          <p:cNvPr id="119" name="Google Shape;119;h19034d514f5d6f97_0_1894"/>
          <p:cNvSpPr txBox="1">
            <a:spLocks noGrp="1"/>
          </p:cNvSpPr>
          <p:nvPr>
            <p:ph type="ctrTitle"/>
          </p:nvPr>
        </p:nvSpPr>
        <p:spPr>
          <a:xfrm>
            <a:off x="249300" y="1621850"/>
            <a:ext cx="3933300" cy="2159100"/>
          </a:xfrm>
          <a:prstGeom prst="rect">
            <a:avLst/>
          </a:prstGeom>
        </p:spPr>
        <p:txBody>
          <a:bodyPr spcFirstLastPara="1" wrap="square" lIns="91425" tIns="91425" rIns="91425" bIns="91425" anchor="t" anchorCtr="0">
            <a:normAutofit/>
          </a:bodyPr>
          <a:lstStyle>
            <a:lvl1pPr lvl="0">
              <a:spcBef>
                <a:spcPts val="0"/>
              </a:spcBef>
              <a:spcAft>
                <a:spcPts val="0"/>
              </a:spcAft>
              <a:buSzPts val="3200"/>
              <a:buNone/>
              <a:defRPr sz="3200"/>
            </a:lvl1pPr>
            <a:lvl2pPr lvl="1">
              <a:spcBef>
                <a:spcPts val="0"/>
              </a:spcBef>
              <a:spcAft>
                <a:spcPts val="0"/>
              </a:spcAft>
              <a:buSzPts val="3300"/>
              <a:buFont typeface="Inter Tight"/>
              <a:buNone/>
              <a:defRPr sz="3300">
                <a:latin typeface="Inter Tight"/>
                <a:ea typeface="Inter Tight"/>
                <a:cs typeface="Inter Tight"/>
                <a:sym typeface="Inter Tight"/>
              </a:defRPr>
            </a:lvl2pPr>
            <a:lvl3pPr lvl="2">
              <a:spcBef>
                <a:spcPts val="0"/>
              </a:spcBef>
              <a:spcAft>
                <a:spcPts val="0"/>
              </a:spcAft>
              <a:buSzPts val="3300"/>
              <a:buFont typeface="Inter Tight"/>
              <a:buNone/>
              <a:defRPr sz="3300">
                <a:latin typeface="Inter Tight"/>
                <a:ea typeface="Inter Tight"/>
                <a:cs typeface="Inter Tight"/>
                <a:sym typeface="Inter Tight"/>
              </a:defRPr>
            </a:lvl3pPr>
            <a:lvl4pPr lvl="3">
              <a:spcBef>
                <a:spcPts val="0"/>
              </a:spcBef>
              <a:spcAft>
                <a:spcPts val="0"/>
              </a:spcAft>
              <a:buSzPts val="3300"/>
              <a:buFont typeface="Inter Tight"/>
              <a:buNone/>
              <a:defRPr sz="3300">
                <a:latin typeface="Inter Tight"/>
                <a:ea typeface="Inter Tight"/>
                <a:cs typeface="Inter Tight"/>
                <a:sym typeface="Inter Tight"/>
              </a:defRPr>
            </a:lvl4pPr>
            <a:lvl5pPr lvl="4">
              <a:spcBef>
                <a:spcPts val="0"/>
              </a:spcBef>
              <a:spcAft>
                <a:spcPts val="0"/>
              </a:spcAft>
              <a:buSzPts val="3300"/>
              <a:buFont typeface="Inter Tight"/>
              <a:buNone/>
              <a:defRPr sz="3300">
                <a:latin typeface="Inter Tight"/>
                <a:ea typeface="Inter Tight"/>
                <a:cs typeface="Inter Tight"/>
                <a:sym typeface="Inter Tight"/>
              </a:defRPr>
            </a:lvl5pPr>
            <a:lvl6pPr lvl="5">
              <a:spcBef>
                <a:spcPts val="0"/>
              </a:spcBef>
              <a:spcAft>
                <a:spcPts val="0"/>
              </a:spcAft>
              <a:buSzPts val="3300"/>
              <a:buFont typeface="Inter Tight"/>
              <a:buNone/>
              <a:defRPr sz="3300">
                <a:latin typeface="Inter Tight"/>
                <a:ea typeface="Inter Tight"/>
                <a:cs typeface="Inter Tight"/>
                <a:sym typeface="Inter Tight"/>
              </a:defRPr>
            </a:lvl6pPr>
            <a:lvl7pPr lvl="6">
              <a:spcBef>
                <a:spcPts val="0"/>
              </a:spcBef>
              <a:spcAft>
                <a:spcPts val="0"/>
              </a:spcAft>
              <a:buSzPts val="3300"/>
              <a:buFont typeface="Inter Tight"/>
              <a:buNone/>
              <a:defRPr sz="3300">
                <a:latin typeface="Inter Tight"/>
                <a:ea typeface="Inter Tight"/>
                <a:cs typeface="Inter Tight"/>
                <a:sym typeface="Inter Tight"/>
              </a:defRPr>
            </a:lvl7pPr>
            <a:lvl8pPr lvl="7">
              <a:spcBef>
                <a:spcPts val="0"/>
              </a:spcBef>
              <a:spcAft>
                <a:spcPts val="0"/>
              </a:spcAft>
              <a:buSzPts val="3300"/>
              <a:buFont typeface="Inter Tight"/>
              <a:buNone/>
              <a:defRPr sz="3300">
                <a:latin typeface="Inter Tight"/>
                <a:ea typeface="Inter Tight"/>
                <a:cs typeface="Inter Tight"/>
                <a:sym typeface="Inter Tight"/>
              </a:defRPr>
            </a:lvl8pPr>
            <a:lvl9pPr lvl="8">
              <a:spcBef>
                <a:spcPts val="0"/>
              </a:spcBef>
              <a:spcAft>
                <a:spcPts val="0"/>
              </a:spcAft>
              <a:buSzPts val="3300"/>
              <a:buFont typeface="Inter Tight"/>
              <a:buNone/>
              <a:defRPr sz="3300">
                <a:latin typeface="Inter Tight"/>
                <a:ea typeface="Inter Tight"/>
                <a:cs typeface="Inter Tight"/>
                <a:sym typeface="Inter Tight"/>
              </a:defRPr>
            </a:lvl9pPr>
          </a:lstStyle>
          <a:p>
            <a:endParaRPr/>
          </a:p>
        </p:txBody>
      </p:sp>
      <p:sp>
        <p:nvSpPr>
          <p:cNvPr id="120" name="Google Shape;120;h19034d514f5d6f97_0_1894"/>
          <p:cNvSpPr txBox="1">
            <a:spLocks noGrp="1"/>
          </p:cNvSpPr>
          <p:nvPr>
            <p:ph type="subTitle" idx="1"/>
          </p:nvPr>
        </p:nvSpPr>
        <p:spPr>
          <a:xfrm>
            <a:off x="249300" y="3311550"/>
            <a:ext cx="3933300" cy="7926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Clr>
                <a:srgbClr val="FF438C"/>
              </a:buClr>
              <a:buSzPts val="2000"/>
              <a:buFont typeface="Momo Trust Sans"/>
              <a:buNone/>
              <a:defRPr sz="2000">
                <a:solidFill>
                  <a:srgbClr val="FF438C"/>
                </a:solidFill>
                <a:latin typeface="Momo Trust Sans"/>
                <a:ea typeface="Momo Trust Sans"/>
                <a:cs typeface="Momo Trust Sans"/>
                <a:sym typeface="Momo Trust Sans"/>
              </a:defRPr>
            </a:lvl1pPr>
            <a:lvl2pPr lvl="1">
              <a:lnSpc>
                <a:spcPct val="100000"/>
              </a:lnSpc>
              <a:spcBef>
                <a:spcPts val="0"/>
              </a:spcBef>
              <a:spcAft>
                <a:spcPts val="0"/>
              </a:spcAft>
              <a:buSzPts val="2300"/>
              <a:buFont typeface="Inter Tight"/>
              <a:buNone/>
              <a:defRPr sz="2300">
                <a:latin typeface="Inter Tight"/>
                <a:ea typeface="Inter Tight"/>
                <a:cs typeface="Inter Tight"/>
                <a:sym typeface="Inter Tight"/>
              </a:defRPr>
            </a:lvl2pPr>
            <a:lvl3pPr lvl="2">
              <a:lnSpc>
                <a:spcPct val="100000"/>
              </a:lnSpc>
              <a:spcBef>
                <a:spcPts val="0"/>
              </a:spcBef>
              <a:spcAft>
                <a:spcPts val="0"/>
              </a:spcAft>
              <a:buSzPts val="2300"/>
              <a:buFont typeface="Inter Tight"/>
              <a:buNone/>
              <a:defRPr sz="2300">
                <a:latin typeface="Inter Tight"/>
                <a:ea typeface="Inter Tight"/>
                <a:cs typeface="Inter Tight"/>
                <a:sym typeface="Inter Tight"/>
              </a:defRPr>
            </a:lvl3pPr>
            <a:lvl4pPr lvl="3">
              <a:lnSpc>
                <a:spcPct val="100000"/>
              </a:lnSpc>
              <a:spcBef>
                <a:spcPts val="0"/>
              </a:spcBef>
              <a:spcAft>
                <a:spcPts val="0"/>
              </a:spcAft>
              <a:buSzPts val="2300"/>
              <a:buFont typeface="Inter Tight"/>
              <a:buNone/>
              <a:defRPr sz="2300">
                <a:latin typeface="Inter Tight"/>
                <a:ea typeface="Inter Tight"/>
                <a:cs typeface="Inter Tight"/>
                <a:sym typeface="Inter Tight"/>
              </a:defRPr>
            </a:lvl4pPr>
            <a:lvl5pPr lvl="4">
              <a:lnSpc>
                <a:spcPct val="100000"/>
              </a:lnSpc>
              <a:spcBef>
                <a:spcPts val="0"/>
              </a:spcBef>
              <a:spcAft>
                <a:spcPts val="0"/>
              </a:spcAft>
              <a:buSzPts val="2300"/>
              <a:buFont typeface="Inter Tight"/>
              <a:buNone/>
              <a:defRPr sz="2300">
                <a:latin typeface="Inter Tight"/>
                <a:ea typeface="Inter Tight"/>
                <a:cs typeface="Inter Tight"/>
                <a:sym typeface="Inter Tight"/>
              </a:defRPr>
            </a:lvl5pPr>
            <a:lvl6pPr lvl="5">
              <a:lnSpc>
                <a:spcPct val="100000"/>
              </a:lnSpc>
              <a:spcBef>
                <a:spcPts val="0"/>
              </a:spcBef>
              <a:spcAft>
                <a:spcPts val="0"/>
              </a:spcAft>
              <a:buSzPts val="2300"/>
              <a:buFont typeface="Inter Tight"/>
              <a:buNone/>
              <a:defRPr sz="2300">
                <a:latin typeface="Inter Tight"/>
                <a:ea typeface="Inter Tight"/>
                <a:cs typeface="Inter Tight"/>
                <a:sym typeface="Inter Tight"/>
              </a:defRPr>
            </a:lvl6pPr>
            <a:lvl7pPr lvl="6">
              <a:lnSpc>
                <a:spcPct val="100000"/>
              </a:lnSpc>
              <a:spcBef>
                <a:spcPts val="0"/>
              </a:spcBef>
              <a:spcAft>
                <a:spcPts val="0"/>
              </a:spcAft>
              <a:buSzPts val="2300"/>
              <a:buFont typeface="Inter Tight"/>
              <a:buNone/>
              <a:defRPr sz="2300">
                <a:latin typeface="Inter Tight"/>
                <a:ea typeface="Inter Tight"/>
                <a:cs typeface="Inter Tight"/>
                <a:sym typeface="Inter Tight"/>
              </a:defRPr>
            </a:lvl7pPr>
            <a:lvl8pPr lvl="7">
              <a:lnSpc>
                <a:spcPct val="100000"/>
              </a:lnSpc>
              <a:spcBef>
                <a:spcPts val="0"/>
              </a:spcBef>
              <a:spcAft>
                <a:spcPts val="0"/>
              </a:spcAft>
              <a:buSzPts val="2300"/>
              <a:buFont typeface="Inter Tight"/>
              <a:buNone/>
              <a:defRPr sz="2300">
                <a:latin typeface="Inter Tight"/>
                <a:ea typeface="Inter Tight"/>
                <a:cs typeface="Inter Tight"/>
                <a:sym typeface="Inter Tight"/>
              </a:defRPr>
            </a:lvl8pPr>
            <a:lvl9pPr lvl="8">
              <a:lnSpc>
                <a:spcPct val="100000"/>
              </a:lnSpc>
              <a:spcBef>
                <a:spcPts val="0"/>
              </a:spcBef>
              <a:spcAft>
                <a:spcPts val="0"/>
              </a:spcAft>
              <a:buSzPts val="2300"/>
              <a:buFont typeface="Inter Tight"/>
              <a:buNone/>
              <a:defRPr sz="2300">
                <a:latin typeface="Inter Tight"/>
                <a:ea typeface="Inter Tight"/>
                <a:cs typeface="Inter Tight"/>
                <a:sym typeface="Inter Tight"/>
              </a:defRPr>
            </a:lvl9pPr>
          </a:lstStyle>
          <a:p>
            <a:endParaRPr/>
          </a:p>
        </p:txBody>
      </p:sp>
      <p:sp>
        <p:nvSpPr>
          <p:cNvPr id="121" name="Google Shape;121;h19034d514f5d6f97_0_189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extLst>
    <p:ext uri="{DCECCB84-F9BA-43D5-87BE-67443E8EF086}">
      <p15:sldGuideLst xmlns:p15="http://schemas.microsoft.com/office/powerpoint/2012/main">
        <p15:guide id="1" orient="horz" pos="1620">
          <p15:clr>
            <a:srgbClr val="E46962"/>
          </p15:clr>
        </p15:guide>
        <p15:guide id="2" pos="2880">
          <p15:clr>
            <a:srgbClr val="E46962"/>
          </p15:clr>
        </p15:guide>
        <p15:guide id="3" orient="horz" pos="157">
          <p15:clr>
            <a:srgbClr val="E46962"/>
          </p15:clr>
        </p15:guide>
        <p15:guide id="4" orient="horz" pos="3083">
          <p15:clr>
            <a:srgbClr val="E46962"/>
          </p15:clr>
        </p15:guide>
        <p15:guide id="5" pos="157">
          <p15:clr>
            <a:srgbClr val="E46962"/>
          </p15:clr>
        </p15:guide>
        <p15:guide id="6" pos="5603">
          <p15:clr>
            <a:srgbClr val="E46962"/>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Bank Page with Pattern Background (Dark Pink)">
  <p:cSld name="CUSTOM_2_1">
    <p:bg>
      <p:bgPr>
        <a:blipFill>
          <a:blip r:embed="rId2">
            <a:alphaModFix/>
          </a:blip>
          <a:stretch>
            <a:fillRect/>
          </a:stretch>
        </a:blipFill>
        <a:effectLst/>
      </p:bgPr>
    </p:bg>
    <p:spTree>
      <p:nvGrpSpPr>
        <p:cNvPr id="1" name="Shape 122"/>
        <p:cNvGrpSpPr/>
        <p:nvPr/>
      </p:nvGrpSpPr>
      <p:grpSpPr>
        <a:xfrm>
          <a:off x="0" y="0"/>
          <a:ext cx="0" cy="0"/>
          <a:chOff x="0" y="0"/>
          <a:chExt cx="0" cy="0"/>
        </a:xfrm>
      </p:grpSpPr>
    </p:spTree>
  </p:cSld>
  <p:clrMapOvr>
    <a:masterClrMapping/>
  </p:clrMapOvr>
  <p:extLst>
    <p:ext uri="{DCECCB84-F9BA-43D5-87BE-67443E8EF086}">
      <p15:sldGuideLst xmlns:p15="http://schemas.microsoft.com/office/powerpoint/2012/main">
        <p15:guide id="1" pos="157">
          <p15:clr>
            <a:srgbClr val="E46962"/>
          </p15:clr>
        </p15:guide>
        <p15:guide id="2" orient="horz" pos="157">
          <p15:clr>
            <a:srgbClr val="E46962"/>
          </p15:clr>
        </p15:guide>
        <p15:guide id="3" orient="horz" pos="3083">
          <p15:clr>
            <a:srgbClr val="E46962"/>
          </p15:clr>
        </p15:guide>
        <p15:guide id="4" pos="5603">
          <p15:clr>
            <a:srgbClr val="E46962"/>
          </p15:clr>
        </p15:guide>
        <p15:guide id="5" pos="2880">
          <p15:clr>
            <a:srgbClr val="E46962"/>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Pink Quote">
  <p:cSld name="TITLE_1_1">
    <p:bg>
      <p:bgPr>
        <a:blipFill>
          <a:blip r:embed="rId2">
            <a:alphaModFix/>
          </a:blip>
          <a:stretch>
            <a:fillRect/>
          </a:stretch>
        </a:blipFill>
        <a:effectLst/>
      </p:bgPr>
    </p:bg>
    <p:spTree>
      <p:nvGrpSpPr>
        <p:cNvPr id="1" name="Shape 123"/>
        <p:cNvGrpSpPr/>
        <p:nvPr/>
      </p:nvGrpSpPr>
      <p:grpSpPr>
        <a:xfrm>
          <a:off x="0" y="0"/>
          <a:ext cx="0" cy="0"/>
          <a:chOff x="0" y="0"/>
          <a:chExt cx="0" cy="0"/>
        </a:xfrm>
      </p:grpSpPr>
      <p:sp>
        <p:nvSpPr>
          <p:cNvPr id="124" name="Google Shape;124;h19034d514f5d6f97_0_1899"/>
          <p:cNvSpPr txBox="1">
            <a:spLocks noGrp="1"/>
          </p:cNvSpPr>
          <p:nvPr>
            <p:ph type="ctrTitle"/>
          </p:nvPr>
        </p:nvSpPr>
        <p:spPr>
          <a:xfrm>
            <a:off x="791300" y="1330600"/>
            <a:ext cx="7297800" cy="21591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4500"/>
              <a:buNone/>
              <a:defRPr sz="4500"/>
            </a:lvl1pPr>
            <a:lvl2pPr lvl="1" algn="ctr">
              <a:spcBef>
                <a:spcPts val="0"/>
              </a:spcBef>
              <a:spcAft>
                <a:spcPts val="0"/>
              </a:spcAft>
              <a:buSzPts val="4500"/>
              <a:buFont typeface="Inter Tight"/>
              <a:buNone/>
              <a:defRPr sz="4500">
                <a:latin typeface="Inter Tight"/>
                <a:ea typeface="Inter Tight"/>
                <a:cs typeface="Inter Tight"/>
                <a:sym typeface="Inter Tight"/>
              </a:defRPr>
            </a:lvl2pPr>
            <a:lvl3pPr lvl="2" algn="ctr">
              <a:spcBef>
                <a:spcPts val="0"/>
              </a:spcBef>
              <a:spcAft>
                <a:spcPts val="0"/>
              </a:spcAft>
              <a:buSzPts val="4500"/>
              <a:buFont typeface="Inter Tight"/>
              <a:buNone/>
              <a:defRPr sz="4500">
                <a:latin typeface="Inter Tight"/>
                <a:ea typeface="Inter Tight"/>
                <a:cs typeface="Inter Tight"/>
                <a:sym typeface="Inter Tight"/>
              </a:defRPr>
            </a:lvl3pPr>
            <a:lvl4pPr lvl="3" algn="ctr">
              <a:spcBef>
                <a:spcPts val="0"/>
              </a:spcBef>
              <a:spcAft>
                <a:spcPts val="0"/>
              </a:spcAft>
              <a:buSzPts val="4500"/>
              <a:buFont typeface="Inter Tight"/>
              <a:buNone/>
              <a:defRPr sz="4500">
                <a:latin typeface="Inter Tight"/>
                <a:ea typeface="Inter Tight"/>
                <a:cs typeface="Inter Tight"/>
                <a:sym typeface="Inter Tight"/>
              </a:defRPr>
            </a:lvl4pPr>
            <a:lvl5pPr lvl="4" algn="ctr">
              <a:spcBef>
                <a:spcPts val="0"/>
              </a:spcBef>
              <a:spcAft>
                <a:spcPts val="0"/>
              </a:spcAft>
              <a:buSzPts val="4500"/>
              <a:buFont typeface="Inter Tight"/>
              <a:buNone/>
              <a:defRPr sz="4500">
                <a:latin typeface="Inter Tight"/>
                <a:ea typeface="Inter Tight"/>
                <a:cs typeface="Inter Tight"/>
                <a:sym typeface="Inter Tight"/>
              </a:defRPr>
            </a:lvl5pPr>
            <a:lvl6pPr lvl="5" algn="ctr">
              <a:spcBef>
                <a:spcPts val="0"/>
              </a:spcBef>
              <a:spcAft>
                <a:spcPts val="0"/>
              </a:spcAft>
              <a:buSzPts val="4500"/>
              <a:buFont typeface="Inter Tight"/>
              <a:buNone/>
              <a:defRPr sz="4500">
                <a:latin typeface="Inter Tight"/>
                <a:ea typeface="Inter Tight"/>
                <a:cs typeface="Inter Tight"/>
                <a:sym typeface="Inter Tight"/>
              </a:defRPr>
            </a:lvl6pPr>
            <a:lvl7pPr lvl="6" algn="ctr">
              <a:spcBef>
                <a:spcPts val="0"/>
              </a:spcBef>
              <a:spcAft>
                <a:spcPts val="0"/>
              </a:spcAft>
              <a:buSzPts val="4500"/>
              <a:buFont typeface="Inter Tight"/>
              <a:buNone/>
              <a:defRPr sz="4500">
                <a:latin typeface="Inter Tight"/>
                <a:ea typeface="Inter Tight"/>
                <a:cs typeface="Inter Tight"/>
                <a:sym typeface="Inter Tight"/>
              </a:defRPr>
            </a:lvl7pPr>
            <a:lvl8pPr lvl="7" algn="ctr">
              <a:spcBef>
                <a:spcPts val="0"/>
              </a:spcBef>
              <a:spcAft>
                <a:spcPts val="0"/>
              </a:spcAft>
              <a:buSzPts val="4500"/>
              <a:buFont typeface="Inter Tight"/>
              <a:buNone/>
              <a:defRPr sz="4500">
                <a:latin typeface="Inter Tight"/>
                <a:ea typeface="Inter Tight"/>
                <a:cs typeface="Inter Tight"/>
                <a:sym typeface="Inter Tight"/>
              </a:defRPr>
            </a:lvl8pPr>
            <a:lvl9pPr lvl="8" algn="ctr">
              <a:spcBef>
                <a:spcPts val="0"/>
              </a:spcBef>
              <a:spcAft>
                <a:spcPts val="0"/>
              </a:spcAft>
              <a:buSzPts val="4500"/>
              <a:buFont typeface="Inter Tight"/>
              <a:buNone/>
              <a:defRPr sz="4500">
                <a:latin typeface="Inter Tight"/>
                <a:ea typeface="Inter Tight"/>
                <a:cs typeface="Inter Tight"/>
                <a:sym typeface="Inter Tight"/>
              </a:defRPr>
            </a:lvl9pPr>
          </a:lstStyle>
          <a:p>
            <a:endParaRPr/>
          </a:p>
        </p:txBody>
      </p:sp>
      <p:sp>
        <p:nvSpPr>
          <p:cNvPr id="125" name="Google Shape;125;h19034d514f5d6f97_0_1899"/>
          <p:cNvSpPr txBox="1">
            <a:spLocks noGrp="1"/>
          </p:cNvSpPr>
          <p:nvPr>
            <p:ph type="subTitle" idx="1"/>
          </p:nvPr>
        </p:nvSpPr>
        <p:spPr>
          <a:xfrm>
            <a:off x="688725" y="3020300"/>
            <a:ext cx="7503000" cy="792600"/>
          </a:xfrm>
          <a:prstGeom prst="rect">
            <a:avLst/>
          </a:prstGeom>
        </p:spPr>
        <p:txBody>
          <a:bodyPr spcFirstLastPara="1" wrap="square" lIns="91425" tIns="91425" rIns="91425" bIns="91425" anchor="ctr" anchorCtr="0">
            <a:normAutofit/>
          </a:bodyPr>
          <a:lstStyle>
            <a:lvl1pPr lvl="0" algn="ctr">
              <a:lnSpc>
                <a:spcPct val="100000"/>
              </a:lnSpc>
              <a:spcBef>
                <a:spcPts val="0"/>
              </a:spcBef>
              <a:spcAft>
                <a:spcPts val="0"/>
              </a:spcAft>
              <a:buSzPts val="2000"/>
              <a:buFont typeface="Momo Trust Sans"/>
              <a:buNone/>
              <a:defRPr sz="2000">
                <a:latin typeface="Momo Trust Sans"/>
                <a:ea typeface="Momo Trust Sans"/>
                <a:cs typeface="Momo Trust Sans"/>
                <a:sym typeface="Momo Trust Sans"/>
              </a:defRPr>
            </a:lvl1pPr>
            <a:lvl2pPr lvl="1" algn="ctr">
              <a:lnSpc>
                <a:spcPct val="100000"/>
              </a:lnSpc>
              <a:spcBef>
                <a:spcPts val="0"/>
              </a:spcBef>
              <a:spcAft>
                <a:spcPts val="0"/>
              </a:spcAft>
              <a:buSzPts val="2300"/>
              <a:buFont typeface="Inter Tight"/>
              <a:buNone/>
              <a:defRPr sz="2300">
                <a:latin typeface="Inter Tight"/>
                <a:ea typeface="Inter Tight"/>
                <a:cs typeface="Inter Tight"/>
                <a:sym typeface="Inter Tight"/>
              </a:defRPr>
            </a:lvl2pPr>
            <a:lvl3pPr lvl="2" algn="ctr">
              <a:lnSpc>
                <a:spcPct val="100000"/>
              </a:lnSpc>
              <a:spcBef>
                <a:spcPts val="0"/>
              </a:spcBef>
              <a:spcAft>
                <a:spcPts val="0"/>
              </a:spcAft>
              <a:buSzPts val="2300"/>
              <a:buFont typeface="Inter Tight"/>
              <a:buNone/>
              <a:defRPr sz="2300">
                <a:latin typeface="Inter Tight"/>
                <a:ea typeface="Inter Tight"/>
                <a:cs typeface="Inter Tight"/>
                <a:sym typeface="Inter Tight"/>
              </a:defRPr>
            </a:lvl3pPr>
            <a:lvl4pPr lvl="3" algn="ctr">
              <a:lnSpc>
                <a:spcPct val="100000"/>
              </a:lnSpc>
              <a:spcBef>
                <a:spcPts val="0"/>
              </a:spcBef>
              <a:spcAft>
                <a:spcPts val="0"/>
              </a:spcAft>
              <a:buSzPts val="2300"/>
              <a:buFont typeface="Inter Tight"/>
              <a:buNone/>
              <a:defRPr sz="2300">
                <a:latin typeface="Inter Tight"/>
                <a:ea typeface="Inter Tight"/>
                <a:cs typeface="Inter Tight"/>
                <a:sym typeface="Inter Tight"/>
              </a:defRPr>
            </a:lvl4pPr>
            <a:lvl5pPr lvl="4" algn="ctr">
              <a:lnSpc>
                <a:spcPct val="100000"/>
              </a:lnSpc>
              <a:spcBef>
                <a:spcPts val="0"/>
              </a:spcBef>
              <a:spcAft>
                <a:spcPts val="0"/>
              </a:spcAft>
              <a:buSzPts val="2300"/>
              <a:buFont typeface="Inter Tight"/>
              <a:buNone/>
              <a:defRPr sz="2300">
                <a:latin typeface="Inter Tight"/>
                <a:ea typeface="Inter Tight"/>
                <a:cs typeface="Inter Tight"/>
                <a:sym typeface="Inter Tight"/>
              </a:defRPr>
            </a:lvl5pPr>
            <a:lvl6pPr lvl="5" algn="ctr">
              <a:lnSpc>
                <a:spcPct val="100000"/>
              </a:lnSpc>
              <a:spcBef>
                <a:spcPts val="0"/>
              </a:spcBef>
              <a:spcAft>
                <a:spcPts val="0"/>
              </a:spcAft>
              <a:buSzPts val="2300"/>
              <a:buFont typeface="Inter Tight"/>
              <a:buNone/>
              <a:defRPr sz="2300">
                <a:latin typeface="Inter Tight"/>
                <a:ea typeface="Inter Tight"/>
                <a:cs typeface="Inter Tight"/>
                <a:sym typeface="Inter Tight"/>
              </a:defRPr>
            </a:lvl6pPr>
            <a:lvl7pPr lvl="6" algn="ctr">
              <a:lnSpc>
                <a:spcPct val="100000"/>
              </a:lnSpc>
              <a:spcBef>
                <a:spcPts val="0"/>
              </a:spcBef>
              <a:spcAft>
                <a:spcPts val="0"/>
              </a:spcAft>
              <a:buSzPts val="2300"/>
              <a:buFont typeface="Inter Tight"/>
              <a:buNone/>
              <a:defRPr sz="2300">
                <a:latin typeface="Inter Tight"/>
                <a:ea typeface="Inter Tight"/>
                <a:cs typeface="Inter Tight"/>
                <a:sym typeface="Inter Tight"/>
              </a:defRPr>
            </a:lvl7pPr>
            <a:lvl8pPr lvl="7" algn="ctr">
              <a:lnSpc>
                <a:spcPct val="100000"/>
              </a:lnSpc>
              <a:spcBef>
                <a:spcPts val="0"/>
              </a:spcBef>
              <a:spcAft>
                <a:spcPts val="0"/>
              </a:spcAft>
              <a:buSzPts val="2300"/>
              <a:buFont typeface="Inter Tight"/>
              <a:buNone/>
              <a:defRPr sz="2300">
                <a:latin typeface="Inter Tight"/>
                <a:ea typeface="Inter Tight"/>
                <a:cs typeface="Inter Tight"/>
                <a:sym typeface="Inter Tight"/>
              </a:defRPr>
            </a:lvl8pPr>
            <a:lvl9pPr lvl="8" algn="ctr">
              <a:lnSpc>
                <a:spcPct val="100000"/>
              </a:lnSpc>
              <a:spcBef>
                <a:spcPts val="0"/>
              </a:spcBef>
              <a:spcAft>
                <a:spcPts val="0"/>
              </a:spcAft>
              <a:buSzPts val="2300"/>
              <a:buFont typeface="Inter Tight"/>
              <a:buNone/>
              <a:defRPr sz="2300">
                <a:latin typeface="Inter Tight"/>
                <a:ea typeface="Inter Tight"/>
                <a:cs typeface="Inter Tight"/>
                <a:sym typeface="Inter Tight"/>
              </a:defRPr>
            </a:lvl9pPr>
          </a:lstStyle>
          <a:p>
            <a:endParaRPr/>
          </a:p>
        </p:txBody>
      </p:sp>
      <p:sp>
        <p:nvSpPr>
          <p:cNvPr id="126" name="Google Shape;126;h19034d514f5d6f97_0_189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
        <p:nvSpPr>
          <p:cNvPr id="127" name="Google Shape;127;h19034d514f5d6f97_0_1899"/>
          <p:cNvSpPr/>
          <p:nvPr/>
        </p:nvSpPr>
        <p:spPr>
          <a:xfrm>
            <a:off x="0" y="0"/>
            <a:ext cx="249300" cy="249300"/>
          </a:xfrm>
          <a:prstGeom prst="rect">
            <a:avLst/>
          </a:prstGeom>
          <a:solidFill>
            <a:srgbClr val="FFEFF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SemiBold"/>
              <a:ea typeface="Inter SemiBold"/>
              <a:cs typeface="Inter SemiBold"/>
              <a:sym typeface="Inter SemiBold"/>
            </a:endParaRPr>
          </a:p>
        </p:txBody>
      </p:sp>
    </p:spTree>
  </p:cSld>
  <p:clrMapOvr>
    <a:masterClrMapping/>
  </p:clrMapOvr>
  <p:extLst>
    <p:ext uri="{DCECCB84-F9BA-43D5-87BE-67443E8EF086}">
      <p15:sldGuideLst xmlns:p15="http://schemas.microsoft.com/office/powerpoint/2012/main">
        <p15:guide id="1" orient="horz" pos="1620">
          <p15:clr>
            <a:srgbClr val="E46962"/>
          </p15:clr>
        </p15:guide>
        <p15:guide id="2" pos="2880">
          <p15:clr>
            <a:srgbClr val="E46962"/>
          </p15:clr>
        </p15:guide>
        <p15:guide id="3" orient="horz" pos="157">
          <p15:clr>
            <a:srgbClr val="E46962"/>
          </p15:clr>
        </p15:guide>
        <p15:guide id="4" orient="horz" pos="3083">
          <p15:clr>
            <a:srgbClr val="E46962"/>
          </p15:clr>
        </p15:guide>
        <p15:guide id="5" pos="157">
          <p15:clr>
            <a:srgbClr val="E46962"/>
          </p15:clr>
        </p15:guide>
        <p15:guide id="6" pos="5603">
          <p15:clr>
            <a:srgbClr val="E46962"/>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Red Quote">
  <p:cSld name="TITLE_1_1_1">
    <p:bg>
      <p:bgPr>
        <a:blipFill>
          <a:blip r:embed="rId2">
            <a:alphaModFix/>
          </a:blip>
          <a:stretch>
            <a:fillRect/>
          </a:stretch>
        </a:blipFill>
        <a:effectLst/>
      </p:bgPr>
    </p:bg>
    <p:spTree>
      <p:nvGrpSpPr>
        <p:cNvPr id="1" name="Shape 128"/>
        <p:cNvGrpSpPr/>
        <p:nvPr/>
      </p:nvGrpSpPr>
      <p:grpSpPr>
        <a:xfrm>
          <a:off x="0" y="0"/>
          <a:ext cx="0" cy="0"/>
          <a:chOff x="0" y="0"/>
          <a:chExt cx="0" cy="0"/>
        </a:xfrm>
      </p:grpSpPr>
      <p:sp>
        <p:nvSpPr>
          <p:cNvPr id="129" name="Google Shape;129;h19034d514f5d6f97_0_1904"/>
          <p:cNvSpPr txBox="1">
            <a:spLocks noGrp="1"/>
          </p:cNvSpPr>
          <p:nvPr>
            <p:ph type="ctrTitle"/>
          </p:nvPr>
        </p:nvSpPr>
        <p:spPr>
          <a:xfrm>
            <a:off x="791300" y="1330600"/>
            <a:ext cx="7297800" cy="21591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4500"/>
              <a:buNone/>
              <a:defRPr sz="4500"/>
            </a:lvl1pPr>
            <a:lvl2pPr lvl="1" algn="ctr">
              <a:spcBef>
                <a:spcPts val="0"/>
              </a:spcBef>
              <a:spcAft>
                <a:spcPts val="0"/>
              </a:spcAft>
              <a:buSzPts val="4500"/>
              <a:buFont typeface="Inter Tight"/>
              <a:buNone/>
              <a:defRPr sz="4500">
                <a:latin typeface="Inter Tight"/>
                <a:ea typeface="Inter Tight"/>
                <a:cs typeface="Inter Tight"/>
                <a:sym typeface="Inter Tight"/>
              </a:defRPr>
            </a:lvl2pPr>
            <a:lvl3pPr lvl="2" algn="ctr">
              <a:spcBef>
                <a:spcPts val="0"/>
              </a:spcBef>
              <a:spcAft>
                <a:spcPts val="0"/>
              </a:spcAft>
              <a:buSzPts val="4500"/>
              <a:buFont typeface="Inter Tight"/>
              <a:buNone/>
              <a:defRPr sz="4500">
                <a:latin typeface="Inter Tight"/>
                <a:ea typeface="Inter Tight"/>
                <a:cs typeface="Inter Tight"/>
                <a:sym typeface="Inter Tight"/>
              </a:defRPr>
            </a:lvl3pPr>
            <a:lvl4pPr lvl="3" algn="ctr">
              <a:spcBef>
                <a:spcPts val="0"/>
              </a:spcBef>
              <a:spcAft>
                <a:spcPts val="0"/>
              </a:spcAft>
              <a:buSzPts val="4500"/>
              <a:buFont typeface="Inter Tight"/>
              <a:buNone/>
              <a:defRPr sz="4500">
                <a:latin typeface="Inter Tight"/>
                <a:ea typeface="Inter Tight"/>
                <a:cs typeface="Inter Tight"/>
                <a:sym typeface="Inter Tight"/>
              </a:defRPr>
            </a:lvl4pPr>
            <a:lvl5pPr lvl="4" algn="ctr">
              <a:spcBef>
                <a:spcPts val="0"/>
              </a:spcBef>
              <a:spcAft>
                <a:spcPts val="0"/>
              </a:spcAft>
              <a:buSzPts val="4500"/>
              <a:buFont typeface="Inter Tight"/>
              <a:buNone/>
              <a:defRPr sz="4500">
                <a:latin typeface="Inter Tight"/>
                <a:ea typeface="Inter Tight"/>
                <a:cs typeface="Inter Tight"/>
                <a:sym typeface="Inter Tight"/>
              </a:defRPr>
            </a:lvl5pPr>
            <a:lvl6pPr lvl="5" algn="ctr">
              <a:spcBef>
                <a:spcPts val="0"/>
              </a:spcBef>
              <a:spcAft>
                <a:spcPts val="0"/>
              </a:spcAft>
              <a:buSzPts val="4500"/>
              <a:buFont typeface="Inter Tight"/>
              <a:buNone/>
              <a:defRPr sz="4500">
                <a:latin typeface="Inter Tight"/>
                <a:ea typeface="Inter Tight"/>
                <a:cs typeface="Inter Tight"/>
                <a:sym typeface="Inter Tight"/>
              </a:defRPr>
            </a:lvl6pPr>
            <a:lvl7pPr lvl="6" algn="ctr">
              <a:spcBef>
                <a:spcPts val="0"/>
              </a:spcBef>
              <a:spcAft>
                <a:spcPts val="0"/>
              </a:spcAft>
              <a:buSzPts val="4500"/>
              <a:buFont typeface="Inter Tight"/>
              <a:buNone/>
              <a:defRPr sz="4500">
                <a:latin typeface="Inter Tight"/>
                <a:ea typeface="Inter Tight"/>
                <a:cs typeface="Inter Tight"/>
                <a:sym typeface="Inter Tight"/>
              </a:defRPr>
            </a:lvl7pPr>
            <a:lvl8pPr lvl="7" algn="ctr">
              <a:spcBef>
                <a:spcPts val="0"/>
              </a:spcBef>
              <a:spcAft>
                <a:spcPts val="0"/>
              </a:spcAft>
              <a:buSzPts val="4500"/>
              <a:buFont typeface="Inter Tight"/>
              <a:buNone/>
              <a:defRPr sz="4500">
                <a:latin typeface="Inter Tight"/>
                <a:ea typeface="Inter Tight"/>
                <a:cs typeface="Inter Tight"/>
                <a:sym typeface="Inter Tight"/>
              </a:defRPr>
            </a:lvl8pPr>
            <a:lvl9pPr lvl="8" algn="ctr">
              <a:spcBef>
                <a:spcPts val="0"/>
              </a:spcBef>
              <a:spcAft>
                <a:spcPts val="0"/>
              </a:spcAft>
              <a:buSzPts val="4500"/>
              <a:buFont typeface="Inter Tight"/>
              <a:buNone/>
              <a:defRPr sz="4500">
                <a:latin typeface="Inter Tight"/>
                <a:ea typeface="Inter Tight"/>
                <a:cs typeface="Inter Tight"/>
                <a:sym typeface="Inter Tight"/>
              </a:defRPr>
            </a:lvl9pPr>
          </a:lstStyle>
          <a:p>
            <a:endParaRPr/>
          </a:p>
        </p:txBody>
      </p:sp>
      <p:sp>
        <p:nvSpPr>
          <p:cNvPr id="130" name="Google Shape;130;h19034d514f5d6f97_0_1904"/>
          <p:cNvSpPr txBox="1">
            <a:spLocks noGrp="1"/>
          </p:cNvSpPr>
          <p:nvPr>
            <p:ph type="subTitle" idx="1"/>
          </p:nvPr>
        </p:nvSpPr>
        <p:spPr>
          <a:xfrm>
            <a:off x="688725" y="3020300"/>
            <a:ext cx="7503000" cy="792600"/>
          </a:xfrm>
          <a:prstGeom prst="rect">
            <a:avLst/>
          </a:prstGeom>
        </p:spPr>
        <p:txBody>
          <a:bodyPr spcFirstLastPara="1" wrap="square" lIns="91425" tIns="91425" rIns="91425" bIns="91425" anchor="ctr" anchorCtr="0">
            <a:normAutofit/>
          </a:bodyPr>
          <a:lstStyle>
            <a:lvl1pPr lvl="0" algn="ctr">
              <a:lnSpc>
                <a:spcPct val="100000"/>
              </a:lnSpc>
              <a:spcBef>
                <a:spcPts val="0"/>
              </a:spcBef>
              <a:spcAft>
                <a:spcPts val="0"/>
              </a:spcAft>
              <a:buSzPts val="2000"/>
              <a:buFont typeface="Momo Trust Sans"/>
              <a:buNone/>
              <a:defRPr sz="2000">
                <a:latin typeface="Momo Trust Sans"/>
                <a:ea typeface="Momo Trust Sans"/>
                <a:cs typeface="Momo Trust Sans"/>
                <a:sym typeface="Momo Trust Sans"/>
              </a:defRPr>
            </a:lvl1pPr>
            <a:lvl2pPr lvl="1" algn="ctr">
              <a:lnSpc>
                <a:spcPct val="100000"/>
              </a:lnSpc>
              <a:spcBef>
                <a:spcPts val="0"/>
              </a:spcBef>
              <a:spcAft>
                <a:spcPts val="0"/>
              </a:spcAft>
              <a:buSzPts val="2300"/>
              <a:buFont typeface="Inter Tight"/>
              <a:buNone/>
              <a:defRPr sz="2300">
                <a:latin typeface="Inter Tight"/>
                <a:ea typeface="Inter Tight"/>
                <a:cs typeface="Inter Tight"/>
                <a:sym typeface="Inter Tight"/>
              </a:defRPr>
            </a:lvl2pPr>
            <a:lvl3pPr lvl="2" algn="ctr">
              <a:lnSpc>
                <a:spcPct val="100000"/>
              </a:lnSpc>
              <a:spcBef>
                <a:spcPts val="0"/>
              </a:spcBef>
              <a:spcAft>
                <a:spcPts val="0"/>
              </a:spcAft>
              <a:buSzPts val="2300"/>
              <a:buFont typeface="Inter Tight"/>
              <a:buNone/>
              <a:defRPr sz="2300">
                <a:latin typeface="Inter Tight"/>
                <a:ea typeface="Inter Tight"/>
                <a:cs typeface="Inter Tight"/>
                <a:sym typeface="Inter Tight"/>
              </a:defRPr>
            </a:lvl3pPr>
            <a:lvl4pPr lvl="3" algn="ctr">
              <a:lnSpc>
                <a:spcPct val="100000"/>
              </a:lnSpc>
              <a:spcBef>
                <a:spcPts val="0"/>
              </a:spcBef>
              <a:spcAft>
                <a:spcPts val="0"/>
              </a:spcAft>
              <a:buSzPts val="2300"/>
              <a:buFont typeface="Inter Tight"/>
              <a:buNone/>
              <a:defRPr sz="2300">
                <a:latin typeface="Inter Tight"/>
                <a:ea typeface="Inter Tight"/>
                <a:cs typeface="Inter Tight"/>
                <a:sym typeface="Inter Tight"/>
              </a:defRPr>
            </a:lvl4pPr>
            <a:lvl5pPr lvl="4" algn="ctr">
              <a:lnSpc>
                <a:spcPct val="100000"/>
              </a:lnSpc>
              <a:spcBef>
                <a:spcPts val="0"/>
              </a:spcBef>
              <a:spcAft>
                <a:spcPts val="0"/>
              </a:spcAft>
              <a:buSzPts val="2300"/>
              <a:buFont typeface="Inter Tight"/>
              <a:buNone/>
              <a:defRPr sz="2300">
                <a:latin typeface="Inter Tight"/>
                <a:ea typeface="Inter Tight"/>
                <a:cs typeface="Inter Tight"/>
                <a:sym typeface="Inter Tight"/>
              </a:defRPr>
            </a:lvl5pPr>
            <a:lvl6pPr lvl="5" algn="ctr">
              <a:lnSpc>
                <a:spcPct val="100000"/>
              </a:lnSpc>
              <a:spcBef>
                <a:spcPts val="0"/>
              </a:spcBef>
              <a:spcAft>
                <a:spcPts val="0"/>
              </a:spcAft>
              <a:buSzPts val="2300"/>
              <a:buFont typeface="Inter Tight"/>
              <a:buNone/>
              <a:defRPr sz="2300">
                <a:latin typeface="Inter Tight"/>
                <a:ea typeface="Inter Tight"/>
                <a:cs typeface="Inter Tight"/>
                <a:sym typeface="Inter Tight"/>
              </a:defRPr>
            </a:lvl6pPr>
            <a:lvl7pPr lvl="6" algn="ctr">
              <a:lnSpc>
                <a:spcPct val="100000"/>
              </a:lnSpc>
              <a:spcBef>
                <a:spcPts val="0"/>
              </a:spcBef>
              <a:spcAft>
                <a:spcPts val="0"/>
              </a:spcAft>
              <a:buSzPts val="2300"/>
              <a:buFont typeface="Inter Tight"/>
              <a:buNone/>
              <a:defRPr sz="2300">
                <a:latin typeface="Inter Tight"/>
                <a:ea typeface="Inter Tight"/>
                <a:cs typeface="Inter Tight"/>
                <a:sym typeface="Inter Tight"/>
              </a:defRPr>
            </a:lvl7pPr>
            <a:lvl8pPr lvl="7" algn="ctr">
              <a:lnSpc>
                <a:spcPct val="100000"/>
              </a:lnSpc>
              <a:spcBef>
                <a:spcPts val="0"/>
              </a:spcBef>
              <a:spcAft>
                <a:spcPts val="0"/>
              </a:spcAft>
              <a:buSzPts val="2300"/>
              <a:buFont typeface="Inter Tight"/>
              <a:buNone/>
              <a:defRPr sz="2300">
                <a:latin typeface="Inter Tight"/>
                <a:ea typeface="Inter Tight"/>
                <a:cs typeface="Inter Tight"/>
                <a:sym typeface="Inter Tight"/>
              </a:defRPr>
            </a:lvl8pPr>
            <a:lvl9pPr lvl="8" algn="ctr">
              <a:lnSpc>
                <a:spcPct val="100000"/>
              </a:lnSpc>
              <a:spcBef>
                <a:spcPts val="0"/>
              </a:spcBef>
              <a:spcAft>
                <a:spcPts val="0"/>
              </a:spcAft>
              <a:buSzPts val="2300"/>
              <a:buFont typeface="Inter Tight"/>
              <a:buNone/>
              <a:defRPr sz="2300">
                <a:latin typeface="Inter Tight"/>
                <a:ea typeface="Inter Tight"/>
                <a:cs typeface="Inter Tight"/>
                <a:sym typeface="Inter Tight"/>
              </a:defRPr>
            </a:lvl9pPr>
          </a:lstStyle>
          <a:p>
            <a:endParaRPr/>
          </a:p>
        </p:txBody>
      </p:sp>
      <p:sp>
        <p:nvSpPr>
          <p:cNvPr id="131" name="Google Shape;131;h19034d514f5d6f97_0_190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
        <p:nvSpPr>
          <p:cNvPr id="132" name="Google Shape;132;h19034d514f5d6f97_0_1904"/>
          <p:cNvSpPr/>
          <p:nvPr/>
        </p:nvSpPr>
        <p:spPr>
          <a:xfrm>
            <a:off x="0" y="0"/>
            <a:ext cx="249300" cy="249300"/>
          </a:xfrm>
          <a:prstGeom prst="rect">
            <a:avLst/>
          </a:prstGeom>
          <a:solidFill>
            <a:srgbClr val="FFEFF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SemiBold"/>
              <a:ea typeface="Inter SemiBold"/>
              <a:cs typeface="Inter SemiBold"/>
              <a:sym typeface="Inter SemiBold"/>
            </a:endParaRPr>
          </a:p>
        </p:txBody>
      </p:sp>
    </p:spTree>
  </p:cSld>
  <p:clrMapOvr>
    <a:masterClrMapping/>
  </p:clrMapOvr>
  <p:extLst>
    <p:ext uri="{DCECCB84-F9BA-43D5-87BE-67443E8EF086}">
      <p15:sldGuideLst xmlns:p15="http://schemas.microsoft.com/office/powerpoint/2012/main">
        <p15:guide id="1" orient="horz" pos="1620">
          <p15:clr>
            <a:srgbClr val="E46962"/>
          </p15:clr>
        </p15:guide>
        <p15:guide id="2" pos="2880">
          <p15:clr>
            <a:srgbClr val="E46962"/>
          </p15:clr>
        </p15:guide>
        <p15:guide id="3" orient="horz" pos="157">
          <p15:clr>
            <a:srgbClr val="E46962"/>
          </p15:clr>
        </p15:guide>
        <p15:guide id="4" orient="horz" pos="3083">
          <p15:clr>
            <a:srgbClr val="E46962"/>
          </p15:clr>
        </p15:guide>
        <p15:guide id="5" pos="157">
          <p15:clr>
            <a:srgbClr val="E46962"/>
          </p15:clr>
        </p15:guide>
        <p15:guide id="6" pos="5603">
          <p15:clr>
            <a:srgbClr val="E46962"/>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Orange Quote">
  <p:cSld name="TITLE_1_1_1_1">
    <p:bg>
      <p:bgPr>
        <a:blipFill>
          <a:blip r:embed="rId2">
            <a:alphaModFix/>
          </a:blip>
          <a:stretch>
            <a:fillRect/>
          </a:stretch>
        </a:blipFill>
        <a:effectLst/>
      </p:bgPr>
    </p:bg>
    <p:spTree>
      <p:nvGrpSpPr>
        <p:cNvPr id="1" name="Shape 133"/>
        <p:cNvGrpSpPr/>
        <p:nvPr/>
      </p:nvGrpSpPr>
      <p:grpSpPr>
        <a:xfrm>
          <a:off x="0" y="0"/>
          <a:ext cx="0" cy="0"/>
          <a:chOff x="0" y="0"/>
          <a:chExt cx="0" cy="0"/>
        </a:xfrm>
      </p:grpSpPr>
      <p:sp>
        <p:nvSpPr>
          <p:cNvPr id="134" name="Google Shape;134;h19034d514f5d6f97_0_1909"/>
          <p:cNvSpPr txBox="1">
            <a:spLocks noGrp="1"/>
          </p:cNvSpPr>
          <p:nvPr>
            <p:ph type="ctrTitle"/>
          </p:nvPr>
        </p:nvSpPr>
        <p:spPr>
          <a:xfrm>
            <a:off x="791300" y="1330600"/>
            <a:ext cx="7297800" cy="21591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4500"/>
              <a:buNone/>
              <a:defRPr sz="4500"/>
            </a:lvl1pPr>
            <a:lvl2pPr lvl="1" algn="ctr">
              <a:spcBef>
                <a:spcPts val="0"/>
              </a:spcBef>
              <a:spcAft>
                <a:spcPts val="0"/>
              </a:spcAft>
              <a:buSzPts val="4500"/>
              <a:buFont typeface="Inter Tight"/>
              <a:buNone/>
              <a:defRPr sz="4500">
                <a:latin typeface="Inter Tight"/>
                <a:ea typeface="Inter Tight"/>
                <a:cs typeface="Inter Tight"/>
                <a:sym typeface="Inter Tight"/>
              </a:defRPr>
            </a:lvl2pPr>
            <a:lvl3pPr lvl="2" algn="ctr">
              <a:spcBef>
                <a:spcPts val="0"/>
              </a:spcBef>
              <a:spcAft>
                <a:spcPts val="0"/>
              </a:spcAft>
              <a:buSzPts val="4500"/>
              <a:buFont typeface="Inter Tight"/>
              <a:buNone/>
              <a:defRPr sz="4500">
                <a:latin typeface="Inter Tight"/>
                <a:ea typeface="Inter Tight"/>
                <a:cs typeface="Inter Tight"/>
                <a:sym typeface="Inter Tight"/>
              </a:defRPr>
            </a:lvl3pPr>
            <a:lvl4pPr lvl="3" algn="ctr">
              <a:spcBef>
                <a:spcPts val="0"/>
              </a:spcBef>
              <a:spcAft>
                <a:spcPts val="0"/>
              </a:spcAft>
              <a:buSzPts val="4500"/>
              <a:buFont typeface="Inter Tight"/>
              <a:buNone/>
              <a:defRPr sz="4500">
                <a:latin typeface="Inter Tight"/>
                <a:ea typeface="Inter Tight"/>
                <a:cs typeface="Inter Tight"/>
                <a:sym typeface="Inter Tight"/>
              </a:defRPr>
            </a:lvl4pPr>
            <a:lvl5pPr lvl="4" algn="ctr">
              <a:spcBef>
                <a:spcPts val="0"/>
              </a:spcBef>
              <a:spcAft>
                <a:spcPts val="0"/>
              </a:spcAft>
              <a:buSzPts val="4500"/>
              <a:buFont typeface="Inter Tight"/>
              <a:buNone/>
              <a:defRPr sz="4500">
                <a:latin typeface="Inter Tight"/>
                <a:ea typeface="Inter Tight"/>
                <a:cs typeface="Inter Tight"/>
                <a:sym typeface="Inter Tight"/>
              </a:defRPr>
            </a:lvl5pPr>
            <a:lvl6pPr lvl="5" algn="ctr">
              <a:spcBef>
                <a:spcPts val="0"/>
              </a:spcBef>
              <a:spcAft>
                <a:spcPts val="0"/>
              </a:spcAft>
              <a:buSzPts val="4500"/>
              <a:buFont typeface="Inter Tight"/>
              <a:buNone/>
              <a:defRPr sz="4500">
                <a:latin typeface="Inter Tight"/>
                <a:ea typeface="Inter Tight"/>
                <a:cs typeface="Inter Tight"/>
                <a:sym typeface="Inter Tight"/>
              </a:defRPr>
            </a:lvl6pPr>
            <a:lvl7pPr lvl="6" algn="ctr">
              <a:spcBef>
                <a:spcPts val="0"/>
              </a:spcBef>
              <a:spcAft>
                <a:spcPts val="0"/>
              </a:spcAft>
              <a:buSzPts val="4500"/>
              <a:buFont typeface="Inter Tight"/>
              <a:buNone/>
              <a:defRPr sz="4500">
                <a:latin typeface="Inter Tight"/>
                <a:ea typeface="Inter Tight"/>
                <a:cs typeface="Inter Tight"/>
                <a:sym typeface="Inter Tight"/>
              </a:defRPr>
            </a:lvl7pPr>
            <a:lvl8pPr lvl="7" algn="ctr">
              <a:spcBef>
                <a:spcPts val="0"/>
              </a:spcBef>
              <a:spcAft>
                <a:spcPts val="0"/>
              </a:spcAft>
              <a:buSzPts val="4500"/>
              <a:buFont typeface="Inter Tight"/>
              <a:buNone/>
              <a:defRPr sz="4500">
                <a:latin typeface="Inter Tight"/>
                <a:ea typeface="Inter Tight"/>
                <a:cs typeface="Inter Tight"/>
                <a:sym typeface="Inter Tight"/>
              </a:defRPr>
            </a:lvl8pPr>
            <a:lvl9pPr lvl="8" algn="ctr">
              <a:spcBef>
                <a:spcPts val="0"/>
              </a:spcBef>
              <a:spcAft>
                <a:spcPts val="0"/>
              </a:spcAft>
              <a:buSzPts val="4500"/>
              <a:buFont typeface="Inter Tight"/>
              <a:buNone/>
              <a:defRPr sz="4500">
                <a:latin typeface="Inter Tight"/>
                <a:ea typeface="Inter Tight"/>
                <a:cs typeface="Inter Tight"/>
                <a:sym typeface="Inter Tight"/>
              </a:defRPr>
            </a:lvl9pPr>
          </a:lstStyle>
          <a:p>
            <a:endParaRPr/>
          </a:p>
        </p:txBody>
      </p:sp>
      <p:sp>
        <p:nvSpPr>
          <p:cNvPr id="135" name="Google Shape;135;h19034d514f5d6f97_0_1909"/>
          <p:cNvSpPr txBox="1">
            <a:spLocks noGrp="1"/>
          </p:cNvSpPr>
          <p:nvPr>
            <p:ph type="subTitle" idx="1"/>
          </p:nvPr>
        </p:nvSpPr>
        <p:spPr>
          <a:xfrm>
            <a:off x="688725" y="3020300"/>
            <a:ext cx="7503000" cy="792600"/>
          </a:xfrm>
          <a:prstGeom prst="rect">
            <a:avLst/>
          </a:prstGeom>
        </p:spPr>
        <p:txBody>
          <a:bodyPr spcFirstLastPara="1" wrap="square" lIns="91425" tIns="91425" rIns="91425" bIns="91425" anchor="ctr" anchorCtr="0">
            <a:normAutofit/>
          </a:bodyPr>
          <a:lstStyle>
            <a:lvl1pPr lvl="0" algn="ctr">
              <a:lnSpc>
                <a:spcPct val="100000"/>
              </a:lnSpc>
              <a:spcBef>
                <a:spcPts val="0"/>
              </a:spcBef>
              <a:spcAft>
                <a:spcPts val="0"/>
              </a:spcAft>
              <a:buSzPts val="2000"/>
              <a:buFont typeface="Momo Trust Sans"/>
              <a:buNone/>
              <a:defRPr sz="2000">
                <a:latin typeface="Momo Trust Sans"/>
                <a:ea typeface="Momo Trust Sans"/>
                <a:cs typeface="Momo Trust Sans"/>
                <a:sym typeface="Momo Trust Sans"/>
              </a:defRPr>
            </a:lvl1pPr>
            <a:lvl2pPr lvl="1" algn="ctr">
              <a:lnSpc>
                <a:spcPct val="100000"/>
              </a:lnSpc>
              <a:spcBef>
                <a:spcPts val="0"/>
              </a:spcBef>
              <a:spcAft>
                <a:spcPts val="0"/>
              </a:spcAft>
              <a:buSzPts val="2300"/>
              <a:buNone/>
              <a:defRPr sz="2300"/>
            </a:lvl2pPr>
            <a:lvl3pPr lvl="2" algn="ctr">
              <a:lnSpc>
                <a:spcPct val="100000"/>
              </a:lnSpc>
              <a:spcBef>
                <a:spcPts val="0"/>
              </a:spcBef>
              <a:spcAft>
                <a:spcPts val="0"/>
              </a:spcAft>
              <a:buSzPts val="2300"/>
              <a:buNone/>
              <a:defRPr sz="2300"/>
            </a:lvl3pPr>
            <a:lvl4pPr lvl="3" algn="ctr">
              <a:lnSpc>
                <a:spcPct val="100000"/>
              </a:lnSpc>
              <a:spcBef>
                <a:spcPts val="0"/>
              </a:spcBef>
              <a:spcAft>
                <a:spcPts val="0"/>
              </a:spcAft>
              <a:buSzPts val="2300"/>
              <a:buNone/>
              <a:defRPr sz="2300"/>
            </a:lvl4pPr>
            <a:lvl5pPr lvl="4" algn="ctr">
              <a:lnSpc>
                <a:spcPct val="100000"/>
              </a:lnSpc>
              <a:spcBef>
                <a:spcPts val="0"/>
              </a:spcBef>
              <a:spcAft>
                <a:spcPts val="0"/>
              </a:spcAft>
              <a:buSzPts val="2300"/>
              <a:buNone/>
              <a:defRPr sz="2300"/>
            </a:lvl5pPr>
            <a:lvl6pPr lvl="5" algn="ctr">
              <a:lnSpc>
                <a:spcPct val="100000"/>
              </a:lnSpc>
              <a:spcBef>
                <a:spcPts val="0"/>
              </a:spcBef>
              <a:spcAft>
                <a:spcPts val="0"/>
              </a:spcAft>
              <a:buSzPts val="2300"/>
              <a:buNone/>
              <a:defRPr sz="2300"/>
            </a:lvl6pPr>
            <a:lvl7pPr lvl="6" algn="ctr">
              <a:lnSpc>
                <a:spcPct val="100000"/>
              </a:lnSpc>
              <a:spcBef>
                <a:spcPts val="0"/>
              </a:spcBef>
              <a:spcAft>
                <a:spcPts val="0"/>
              </a:spcAft>
              <a:buSzPts val="2300"/>
              <a:buNone/>
              <a:defRPr sz="2300"/>
            </a:lvl7pPr>
            <a:lvl8pPr lvl="7" algn="ctr">
              <a:lnSpc>
                <a:spcPct val="100000"/>
              </a:lnSpc>
              <a:spcBef>
                <a:spcPts val="0"/>
              </a:spcBef>
              <a:spcAft>
                <a:spcPts val="0"/>
              </a:spcAft>
              <a:buSzPts val="2300"/>
              <a:buNone/>
              <a:defRPr sz="2300"/>
            </a:lvl8pPr>
            <a:lvl9pPr lvl="8" algn="ctr">
              <a:lnSpc>
                <a:spcPct val="100000"/>
              </a:lnSpc>
              <a:spcBef>
                <a:spcPts val="0"/>
              </a:spcBef>
              <a:spcAft>
                <a:spcPts val="0"/>
              </a:spcAft>
              <a:buSzPts val="2300"/>
              <a:buNone/>
              <a:defRPr sz="2300"/>
            </a:lvl9pPr>
          </a:lstStyle>
          <a:p>
            <a:endParaRPr/>
          </a:p>
        </p:txBody>
      </p:sp>
      <p:sp>
        <p:nvSpPr>
          <p:cNvPr id="136" name="Google Shape;136;h19034d514f5d6f97_0_190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
        <p:nvSpPr>
          <p:cNvPr id="137" name="Google Shape;137;h19034d514f5d6f97_0_1909"/>
          <p:cNvSpPr/>
          <p:nvPr/>
        </p:nvSpPr>
        <p:spPr>
          <a:xfrm>
            <a:off x="0" y="0"/>
            <a:ext cx="249300" cy="249300"/>
          </a:xfrm>
          <a:prstGeom prst="rect">
            <a:avLst/>
          </a:prstGeom>
          <a:solidFill>
            <a:srgbClr val="FFEFF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SemiBold"/>
              <a:ea typeface="Inter SemiBold"/>
              <a:cs typeface="Inter SemiBold"/>
              <a:sym typeface="Inter SemiBold"/>
            </a:endParaRPr>
          </a:p>
        </p:txBody>
      </p:sp>
    </p:spTree>
  </p:cSld>
  <p:clrMapOvr>
    <a:masterClrMapping/>
  </p:clrMapOvr>
  <p:extLst>
    <p:ext uri="{DCECCB84-F9BA-43D5-87BE-67443E8EF086}">
      <p15:sldGuideLst xmlns:p15="http://schemas.microsoft.com/office/powerpoint/2012/main">
        <p15:guide id="1" orient="horz" pos="1620">
          <p15:clr>
            <a:srgbClr val="E46962"/>
          </p15:clr>
        </p15:guide>
        <p15:guide id="2" pos="2880">
          <p15:clr>
            <a:srgbClr val="E46962"/>
          </p15:clr>
        </p15:guide>
        <p15:guide id="3" orient="horz" pos="157">
          <p15:clr>
            <a:srgbClr val="E46962"/>
          </p15:clr>
        </p15:guide>
        <p15:guide id="4" orient="horz" pos="3083">
          <p15:clr>
            <a:srgbClr val="E46962"/>
          </p15:clr>
        </p15:guide>
        <p15:guide id="5" pos="157">
          <p15:clr>
            <a:srgbClr val="E46962"/>
          </p15:clr>
        </p15:guide>
        <p15:guide id="6" pos="5603">
          <p15:clr>
            <a:srgbClr val="E46962"/>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Yellow Quote">
  <p:cSld name="TITLE_1_1_1_1_1">
    <p:bg>
      <p:bgPr>
        <a:blipFill>
          <a:blip r:embed="rId2">
            <a:alphaModFix/>
          </a:blip>
          <a:stretch>
            <a:fillRect/>
          </a:stretch>
        </a:blipFill>
        <a:effectLst/>
      </p:bgPr>
    </p:bg>
    <p:spTree>
      <p:nvGrpSpPr>
        <p:cNvPr id="1" name="Shape 138"/>
        <p:cNvGrpSpPr/>
        <p:nvPr/>
      </p:nvGrpSpPr>
      <p:grpSpPr>
        <a:xfrm>
          <a:off x="0" y="0"/>
          <a:ext cx="0" cy="0"/>
          <a:chOff x="0" y="0"/>
          <a:chExt cx="0" cy="0"/>
        </a:xfrm>
      </p:grpSpPr>
      <p:sp>
        <p:nvSpPr>
          <p:cNvPr id="139" name="Google Shape;139;h19034d514f5d6f97_0_1914"/>
          <p:cNvSpPr txBox="1">
            <a:spLocks noGrp="1"/>
          </p:cNvSpPr>
          <p:nvPr>
            <p:ph type="ctrTitle"/>
          </p:nvPr>
        </p:nvSpPr>
        <p:spPr>
          <a:xfrm>
            <a:off x="791300" y="1330600"/>
            <a:ext cx="7297800" cy="21591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4500"/>
              <a:buNone/>
              <a:defRPr sz="4500"/>
            </a:lvl1pPr>
            <a:lvl2pPr lvl="1" algn="ctr">
              <a:spcBef>
                <a:spcPts val="0"/>
              </a:spcBef>
              <a:spcAft>
                <a:spcPts val="0"/>
              </a:spcAft>
              <a:buSzPts val="4500"/>
              <a:buFont typeface="Inter Tight"/>
              <a:buNone/>
              <a:defRPr sz="4500">
                <a:latin typeface="Inter Tight"/>
                <a:ea typeface="Inter Tight"/>
                <a:cs typeface="Inter Tight"/>
                <a:sym typeface="Inter Tight"/>
              </a:defRPr>
            </a:lvl2pPr>
            <a:lvl3pPr lvl="2" algn="ctr">
              <a:spcBef>
                <a:spcPts val="0"/>
              </a:spcBef>
              <a:spcAft>
                <a:spcPts val="0"/>
              </a:spcAft>
              <a:buSzPts val="4500"/>
              <a:buFont typeface="Inter Tight"/>
              <a:buNone/>
              <a:defRPr sz="4500">
                <a:latin typeface="Inter Tight"/>
                <a:ea typeface="Inter Tight"/>
                <a:cs typeface="Inter Tight"/>
                <a:sym typeface="Inter Tight"/>
              </a:defRPr>
            </a:lvl3pPr>
            <a:lvl4pPr lvl="3" algn="ctr">
              <a:spcBef>
                <a:spcPts val="0"/>
              </a:spcBef>
              <a:spcAft>
                <a:spcPts val="0"/>
              </a:spcAft>
              <a:buSzPts val="4500"/>
              <a:buFont typeface="Inter Tight"/>
              <a:buNone/>
              <a:defRPr sz="4500">
                <a:latin typeface="Inter Tight"/>
                <a:ea typeface="Inter Tight"/>
                <a:cs typeface="Inter Tight"/>
                <a:sym typeface="Inter Tight"/>
              </a:defRPr>
            </a:lvl4pPr>
            <a:lvl5pPr lvl="4" algn="ctr">
              <a:spcBef>
                <a:spcPts val="0"/>
              </a:spcBef>
              <a:spcAft>
                <a:spcPts val="0"/>
              </a:spcAft>
              <a:buSzPts val="4500"/>
              <a:buFont typeface="Inter Tight"/>
              <a:buNone/>
              <a:defRPr sz="4500">
                <a:latin typeface="Inter Tight"/>
                <a:ea typeface="Inter Tight"/>
                <a:cs typeface="Inter Tight"/>
                <a:sym typeface="Inter Tight"/>
              </a:defRPr>
            </a:lvl5pPr>
            <a:lvl6pPr lvl="5" algn="ctr">
              <a:spcBef>
                <a:spcPts val="0"/>
              </a:spcBef>
              <a:spcAft>
                <a:spcPts val="0"/>
              </a:spcAft>
              <a:buSzPts val="4500"/>
              <a:buFont typeface="Inter Tight"/>
              <a:buNone/>
              <a:defRPr sz="4500">
                <a:latin typeface="Inter Tight"/>
                <a:ea typeface="Inter Tight"/>
                <a:cs typeface="Inter Tight"/>
                <a:sym typeface="Inter Tight"/>
              </a:defRPr>
            </a:lvl6pPr>
            <a:lvl7pPr lvl="6" algn="ctr">
              <a:spcBef>
                <a:spcPts val="0"/>
              </a:spcBef>
              <a:spcAft>
                <a:spcPts val="0"/>
              </a:spcAft>
              <a:buSzPts val="4500"/>
              <a:buFont typeface="Inter Tight"/>
              <a:buNone/>
              <a:defRPr sz="4500">
                <a:latin typeface="Inter Tight"/>
                <a:ea typeface="Inter Tight"/>
                <a:cs typeface="Inter Tight"/>
                <a:sym typeface="Inter Tight"/>
              </a:defRPr>
            </a:lvl7pPr>
            <a:lvl8pPr lvl="7" algn="ctr">
              <a:spcBef>
                <a:spcPts val="0"/>
              </a:spcBef>
              <a:spcAft>
                <a:spcPts val="0"/>
              </a:spcAft>
              <a:buSzPts val="4500"/>
              <a:buFont typeface="Inter Tight"/>
              <a:buNone/>
              <a:defRPr sz="4500">
                <a:latin typeface="Inter Tight"/>
                <a:ea typeface="Inter Tight"/>
                <a:cs typeface="Inter Tight"/>
                <a:sym typeface="Inter Tight"/>
              </a:defRPr>
            </a:lvl8pPr>
            <a:lvl9pPr lvl="8" algn="ctr">
              <a:spcBef>
                <a:spcPts val="0"/>
              </a:spcBef>
              <a:spcAft>
                <a:spcPts val="0"/>
              </a:spcAft>
              <a:buSzPts val="4500"/>
              <a:buFont typeface="Inter Tight"/>
              <a:buNone/>
              <a:defRPr sz="4500">
                <a:latin typeface="Inter Tight"/>
                <a:ea typeface="Inter Tight"/>
                <a:cs typeface="Inter Tight"/>
                <a:sym typeface="Inter Tight"/>
              </a:defRPr>
            </a:lvl9pPr>
          </a:lstStyle>
          <a:p>
            <a:endParaRPr/>
          </a:p>
        </p:txBody>
      </p:sp>
      <p:sp>
        <p:nvSpPr>
          <p:cNvPr id="140" name="Google Shape;140;h19034d514f5d6f97_0_1914"/>
          <p:cNvSpPr txBox="1">
            <a:spLocks noGrp="1"/>
          </p:cNvSpPr>
          <p:nvPr>
            <p:ph type="subTitle" idx="1"/>
          </p:nvPr>
        </p:nvSpPr>
        <p:spPr>
          <a:xfrm>
            <a:off x="688725" y="3020300"/>
            <a:ext cx="7503000" cy="792600"/>
          </a:xfrm>
          <a:prstGeom prst="rect">
            <a:avLst/>
          </a:prstGeom>
        </p:spPr>
        <p:txBody>
          <a:bodyPr spcFirstLastPara="1" wrap="square" lIns="91425" tIns="91425" rIns="91425" bIns="91425" anchor="ctr" anchorCtr="0">
            <a:normAutofit/>
          </a:bodyPr>
          <a:lstStyle>
            <a:lvl1pPr lvl="0" algn="ctr">
              <a:lnSpc>
                <a:spcPct val="100000"/>
              </a:lnSpc>
              <a:spcBef>
                <a:spcPts val="0"/>
              </a:spcBef>
              <a:spcAft>
                <a:spcPts val="0"/>
              </a:spcAft>
              <a:buSzPts val="2000"/>
              <a:buFont typeface="Momo Trust Sans"/>
              <a:buNone/>
              <a:defRPr sz="2000">
                <a:latin typeface="Momo Trust Sans"/>
                <a:ea typeface="Momo Trust Sans"/>
                <a:cs typeface="Momo Trust Sans"/>
                <a:sym typeface="Momo Trust Sans"/>
              </a:defRPr>
            </a:lvl1pPr>
            <a:lvl2pPr lvl="1" algn="ctr">
              <a:lnSpc>
                <a:spcPct val="100000"/>
              </a:lnSpc>
              <a:spcBef>
                <a:spcPts val="0"/>
              </a:spcBef>
              <a:spcAft>
                <a:spcPts val="0"/>
              </a:spcAft>
              <a:buSzPts val="2300"/>
              <a:buFont typeface="Inter Tight"/>
              <a:buNone/>
              <a:defRPr sz="2300">
                <a:latin typeface="Inter Tight"/>
                <a:ea typeface="Inter Tight"/>
                <a:cs typeface="Inter Tight"/>
                <a:sym typeface="Inter Tight"/>
              </a:defRPr>
            </a:lvl2pPr>
            <a:lvl3pPr lvl="2" algn="ctr">
              <a:lnSpc>
                <a:spcPct val="100000"/>
              </a:lnSpc>
              <a:spcBef>
                <a:spcPts val="0"/>
              </a:spcBef>
              <a:spcAft>
                <a:spcPts val="0"/>
              </a:spcAft>
              <a:buSzPts val="2300"/>
              <a:buFont typeface="Inter Tight"/>
              <a:buNone/>
              <a:defRPr sz="2300">
                <a:latin typeface="Inter Tight"/>
                <a:ea typeface="Inter Tight"/>
                <a:cs typeface="Inter Tight"/>
                <a:sym typeface="Inter Tight"/>
              </a:defRPr>
            </a:lvl3pPr>
            <a:lvl4pPr lvl="3" algn="ctr">
              <a:lnSpc>
                <a:spcPct val="100000"/>
              </a:lnSpc>
              <a:spcBef>
                <a:spcPts val="0"/>
              </a:spcBef>
              <a:spcAft>
                <a:spcPts val="0"/>
              </a:spcAft>
              <a:buSzPts val="2300"/>
              <a:buFont typeface="Inter Tight"/>
              <a:buNone/>
              <a:defRPr sz="2300">
                <a:latin typeface="Inter Tight"/>
                <a:ea typeface="Inter Tight"/>
                <a:cs typeface="Inter Tight"/>
                <a:sym typeface="Inter Tight"/>
              </a:defRPr>
            </a:lvl4pPr>
            <a:lvl5pPr lvl="4" algn="ctr">
              <a:lnSpc>
                <a:spcPct val="100000"/>
              </a:lnSpc>
              <a:spcBef>
                <a:spcPts val="0"/>
              </a:spcBef>
              <a:spcAft>
                <a:spcPts val="0"/>
              </a:spcAft>
              <a:buSzPts val="2300"/>
              <a:buFont typeface="Inter Tight"/>
              <a:buNone/>
              <a:defRPr sz="2300">
                <a:latin typeface="Inter Tight"/>
                <a:ea typeface="Inter Tight"/>
                <a:cs typeface="Inter Tight"/>
                <a:sym typeface="Inter Tight"/>
              </a:defRPr>
            </a:lvl5pPr>
            <a:lvl6pPr lvl="5" algn="ctr">
              <a:lnSpc>
                <a:spcPct val="100000"/>
              </a:lnSpc>
              <a:spcBef>
                <a:spcPts val="0"/>
              </a:spcBef>
              <a:spcAft>
                <a:spcPts val="0"/>
              </a:spcAft>
              <a:buSzPts val="2300"/>
              <a:buFont typeface="Inter Tight"/>
              <a:buNone/>
              <a:defRPr sz="2300">
                <a:latin typeface="Inter Tight"/>
                <a:ea typeface="Inter Tight"/>
                <a:cs typeface="Inter Tight"/>
                <a:sym typeface="Inter Tight"/>
              </a:defRPr>
            </a:lvl6pPr>
            <a:lvl7pPr lvl="6" algn="ctr">
              <a:lnSpc>
                <a:spcPct val="100000"/>
              </a:lnSpc>
              <a:spcBef>
                <a:spcPts val="0"/>
              </a:spcBef>
              <a:spcAft>
                <a:spcPts val="0"/>
              </a:spcAft>
              <a:buSzPts val="2300"/>
              <a:buFont typeface="Inter Tight"/>
              <a:buNone/>
              <a:defRPr sz="2300">
                <a:latin typeface="Inter Tight"/>
                <a:ea typeface="Inter Tight"/>
                <a:cs typeface="Inter Tight"/>
                <a:sym typeface="Inter Tight"/>
              </a:defRPr>
            </a:lvl7pPr>
            <a:lvl8pPr lvl="7" algn="ctr">
              <a:lnSpc>
                <a:spcPct val="100000"/>
              </a:lnSpc>
              <a:spcBef>
                <a:spcPts val="0"/>
              </a:spcBef>
              <a:spcAft>
                <a:spcPts val="0"/>
              </a:spcAft>
              <a:buSzPts val="2300"/>
              <a:buFont typeface="Inter Tight"/>
              <a:buNone/>
              <a:defRPr sz="2300">
                <a:latin typeface="Inter Tight"/>
                <a:ea typeface="Inter Tight"/>
                <a:cs typeface="Inter Tight"/>
                <a:sym typeface="Inter Tight"/>
              </a:defRPr>
            </a:lvl8pPr>
            <a:lvl9pPr lvl="8" algn="ctr">
              <a:lnSpc>
                <a:spcPct val="100000"/>
              </a:lnSpc>
              <a:spcBef>
                <a:spcPts val="0"/>
              </a:spcBef>
              <a:spcAft>
                <a:spcPts val="0"/>
              </a:spcAft>
              <a:buSzPts val="2300"/>
              <a:buFont typeface="Inter Tight"/>
              <a:buNone/>
              <a:defRPr sz="2300">
                <a:latin typeface="Inter Tight"/>
                <a:ea typeface="Inter Tight"/>
                <a:cs typeface="Inter Tight"/>
                <a:sym typeface="Inter Tight"/>
              </a:defRPr>
            </a:lvl9pPr>
          </a:lstStyle>
          <a:p>
            <a:endParaRPr/>
          </a:p>
        </p:txBody>
      </p:sp>
      <p:sp>
        <p:nvSpPr>
          <p:cNvPr id="141" name="Google Shape;141;h19034d514f5d6f97_0_191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
        <p:nvSpPr>
          <p:cNvPr id="142" name="Google Shape;142;h19034d514f5d6f97_0_1914"/>
          <p:cNvSpPr/>
          <p:nvPr/>
        </p:nvSpPr>
        <p:spPr>
          <a:xfrm>
            <a:off x="0" y="0"/>
            <a:ext cx="249300" cy="249300"/>
          </a:xfrm>
          <a:prstGeom prst="rect">
            <a:avLst/>
          </a:prstGeom>
          <a:solidFill>
            <a:srgbClr val="FFEFF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SemiBold"/>
              <a:ea typeface="Inter SemiBold"/>
              <a:cs typeface="Inter SemiBold"/>
              <a:sym typeface="Inter SemiBold"/>
            </a:endParaRPr>
          </a:p>
        </p:txBody>
      </p:sp>
    </p:spTree>
  </p:cSld>
  <p:clrMapOvr>
    <a:masterClrMapping/>
  </p:clrMapOvr>
  <p:extLst>
    <p:ext uri="{DCECCB84-F9BA-43D5-87BE-67443E8EF086}">
      <p15:sldGuideLst xmlns:p15="http://schemas.microsoft.com/office/powerpoint/2012/main">
        <p15:guide id="1" orient="horz" pos="1620">
          <p15:clr>
            <a:srgbClr val="E46962"/>
          </p15:clr>
        </p15:guide>
        <p15:guide id="2" pos="2880">
          <p15:clr>
            <a:srgbClr val="E46962"/>
          </p15:clr>
        </p15:guide>
        <p15:guide id="3" orient="horz" pos="157">
          <p15:clr>
            <a:srgbClr val="E46962"/>
          </p15:clr>
        </p15:guide>
        <p15:guide id="4" orient="horz" pos="3083">
          <p15:clr>
            <a:srgbClr val="E46962"/>
          </p15:clr>
        </p15:guide>
        <p15:guide id="5" pos="157">
          <p15:clr>
            <a:srgbClr val="E46962"/>
          </p15:clr>
        </p15:guide>
        <p15:guide id="6" pos="5603">
          <p15:clr>
            <a:srgbClr val="E46962"/>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Green Quote">
  <p:cSld name="TITLE_1_1_1_1_1_1">
    <p:bg>
      <p:bgPr>
        <a:blipFill>
          <a:blip r:embed="rId2">
            <a:alphaModFix/>
          </a:blip>
          <a:stretch>
            <a:fillRect/>
          </a:stretch>
        </a:blipFill>
        <a:effectLst/>
      </p:bgPr>
    </p:bg>
    <p:spTree>
      <p:nvGrpSpPr>
        <p:cNvPr id="1" name="Shape 143"/>
        <p:cNvGrpSpPr/>
        <p:nvPr/>
      </p:nvGrpSpPr>
      <p:grpSpPr>
        <a:xfrm>
          <a:off x="0" y="0"/>
          <a:ext cx="0" cy="0"/>
          <a:chOff x="0" y="0"/>
          <a:chExt cx="0" cy="0"/>
        </a:xfrm>
      </p:grpSpPr>
      <p:sp>
        <p:nvSpPr>
          <p:cNvPr id="144" name="Google Shape;144;h19034d514f5d6f97_0_1919"/>
          <p:cNvSpPr txBox="1">
            <a:spLocks noGrp="1"/>
          </p:cNvSpPr>
          <p:nvPr>
            <p:ph type="ctrTitle"/>
          </p:nvPr>
        </p:nvSpPr>
        <p:spPr>
          <a:xfrm>
            <a:off x="791300" y="1330600"/>
            <a:ext cx="7297800" cy="21591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4500"/>
              <a:buNone/>
              <a:defRPr sz="4500"/>
            </a:lvl1pPr>
            <a:lvl2pPr lvl="1" algn="ctr">
              <a:spcBef>
                <a:spcPts val="0"/>
              </a:spcBef>
              <a:spcAft>
                <a:spcPts val="0"/>
              </a:spcAft>
              <a:buSzPts val="4500"/>
              <a:buFont typeface="Inter Tight"/>
              <a:buNone/>
              <a:defRPr sz="4500">
                <a:latin typeface="Inter Tight"/>
                <a:ea typeface="Inter Tight"/>
                <a:cs typeface="Inter Tight"/>
                <a:sym typeface="Inter Tight"/>
              </a:defRPr>
            </a:lvl2pPr>
            <a:lvl3pPr lvl="2" algn="ctr">
              <a:spcBef>
                <a:spcPts val="0"/>
              </a:spcBef>
              <a:spcAft>
                <a:spcPts val="0"/>
              </a:spcAft>
              <a:buSzPts val="4500"/>
              <a:buFont typeface="Inter Tight"/>
              <a:buNone/>
              <a:defRPr sz="4500">
                <a:latin typeface="Inter Tight"/>
                <a:ea typeface="Inter Tight"/>
                <a:cs typeface="Inter Tight"/>
                <a:sym typeface="Inter Tight"/>
              </a:defRPr>
            </a:lvl3pPr>
            <a:lvl4pPr lvl="3" algn="ctr">
              <a:spcBef>
                <a:spcPts val="0"/>
              </a:spcBef>
              <a:spcAft>
                <a:spcPts val="0"/>
              </a:spcAft>
              <a:buSzPts val="4500"/>
              <a:buFont typeface="Inter Tight"/>
              <a:buNone/>
              <a:defRPr sz="4500">
                <a:latin typeface="Inter Tight"/>
                <a:ea typeface="Inter Tight"/>
                <a:cs typeface="Inter Tight"/>
                <a:sym typeface="Inter Tight"/>
              </a:defRPr>
            </a:lvl4pPr>
            <a:lvl5pPr lvl="4" algn="ctr">
              <a:spcBef>
                <a:spcPts val="0"/>
              </a:spcBef>
              <a:spcAft>
                <a:spcPts val="0"/>
              </a:spcAft>
              <a:buSzPts val="4500"/>
              <a:buFont typeface="Inter Tight"/>
              <a:buNone/>
              <a:defRPr sz="4500">
                <a:latin typeface="Inter Tight"/>
                <a:ea typeface="Inter Tight"/>
                <a:cs typeface="Inter Tight"/>
                <a:sym typeface="Inter Tight"/>
              </a:defRPr>
            </a:lvl5pPr>
            <a:lvl6pPr lvl="5" algn="ctr">
              <a:spcBef>
                <a:spcPts val="0"/>
              </a:spcBef>
              <a:spcAft>
                <a:spcPts val="0"/>
              </a:spcAft>
              <a:buSzPts val="4500"/>
              <a:buFont typeface="Inter Tight"/>
              <a:buNone/>
              <a:defRPr sz="4500">
                <a:latin typeface="Inter Tight"/>
                <a:ea typeface="Inter Tight"/>
                <a:cs typeface="Inter Tight"/>
                <a:sym typeface="Inter Tight"/>
              </a:defRPr>
            </a:lvl6pPr>
            <a:lvl7pPr lvl="6" algn="ctr">
              <a:spcBef>
                <a:spcPts val="0"/>
              </a:spcBef>
              <a:spcAft>
                <a:spcPts val="0"/>
              </a:spcAft>
              <a:buSzPts val="4500"/>
              <a:buFont typeface="Inter Tight"/>
              <a:buNone/>
              <a:defRPr sz="4500">
                <a:latin typeface="Inter Tight"/>
                <a:ea typeface="Inter Tight"/>
                <a:cs typeface="Inter Tight"/>
                <a:sym typeface="Inter Tight"/>
              </a:defRPr>
            </a:lvl7pPr>
            <a:lvl8pPr lvl="7" algn="ctr">
              <a:spcBef>
                <a:spcPts val="0"/>
              </a:spcBef>
              <a:spcAft>
                <a:spcPts val="0"/>
              </a:spcAft>
              <a:buSzPts val="4500"/>
              <a:buFont typeface="Inter Tight"/>
              <a:buNone/>
              <a:defRPr sz="4500">
                <a:latin typeface="Inter Tight"/>
                <a:ea typeface="Inter Tight"/>
                <a:cs typeface="Inter Tight"/>
                <a:sym typeface="Inter Tight"/>
              </a:defRPr>
            </a:lvl8pPr>
            <a:lvl9pPr lvl="8" algn="ctr">
              <a:spcBef>
                <a:spcPts val="0"/>
              </a:spcBef>
              <a:spcAft>
                <a:spcPts val="0"/>
              </a:spcAft>
              <a:buSzPts val="4500"/>
              <a:buFont typeface="Inter Tight"/>
              <a:buNone/>
              <a:defRPr sz="4500">
                <a:latin typeface="Inter Tight"/>
                <a:ea typeface="Inter Tight"/>
                <a:cs typeface="Inter Tight"/>
                <a:sym typeface="Inter Tight"/>
              </a:defRPr>
            </a:lvl9pPr>
          </a:lstStyle>
          <a:p>
            <a:endParaRPr/>
          </a:p>
        </p:txBody>
      </p:sp>
      <p:sp>
        <p:nvSpPr>
          <p:cNvPr id="145" name="Google Shape;145;h19034d514f5d6f97_0_1919"/>
          <p:cNvSpPr txBox="1">
            <a:spLocks noGrp="1"/>
          </p:cNvSpPr>
          <p:nvPr>
            <p:ph type="subTitle" idx="1"/>
          </p:nvPr>
        </p:nvSpPr>
        <p:spPr>
          <a:xfrm>
            <a:off x="688725" y="3020300"/>
            <a:ext cx="7503000" cy="792600"/>
          </a:xfrm>
          <a:prstGeom prst="rect">
            <a:avLst/>
          </a:prstGeom>
        </p:spPr>
        <p:txBody>
          <a:bodyPr spcFirstLastPara="1" wrap="square" lIns="91425" tIns="91425" rIns="91425" bIns="91425" anchor="ctr" anchorCtr="0">
            <a:normAutofit/>
          </a:bodyPr>
          <a:lstStyle>
            <a:lvl1pPr lvl="0" algn="ctr">
              <a:lnSpc>
                <a:spcPct val="100000"/>
              </a:lnSpc>
              <a:spcBef>
                <a:spcPts val="0"/>
              </a:spcBef>
              <a:spcAft>
                <a:spcPts val="0"/>
              </a:spcAft>
              <a:buSzPts val="2000"/>
              <a:buFont typeface="Momo Trust Sans"/>
              <a:buNone/>
              <a:defRPr sz="2000">
                <a:latin typeface="Momo Trust Sans"/>
                <a:ea typeface="Momo Trust Sans"/>
                <a:cs typeface="Momo Trust Sans"/>
                <a:sym typeface="Momo Trust Sans"/>
              </a:defRPr>
            </a:lvl1pPr>
            <a:lvl2pPr lvl="1" algn="ctr">
              <a:lnSpc>
                <a:spcPct val="100000"/>
              </a:lnSpc>
              <a:spcBef>
                <a:spcPts val="0"/>
              </a:spcBef>
              <a:spcAft>
                <a:spcPts val="0"/>
              </a:spcAft>
              <a:buSzPts val="2300"/>
              <a:buNone/>
              <a:defRPr sz="2300"/>
            </a:lvl2pPr>
            <a:lvl3pPr lvl="2" algn="ctr">
              <a:lnSpc>
                <a:spcPct val="100000"/>
              </a:lnSpc>
              <a:spcBef>
                <a:spcPts val="0"/>
              </a:spcBef>
              <a:spcAft>
                <a:spcPts val="0"/>
              </a:spcAft>
              <a:buSzPts val="2300"/>
              <a:buNone/>
              <a:defRPr sz="2300"/>
            </a:lvl3pPr>
            <a:lvl4pPr lvl="3" algn="ctr">
              <a:lnSpc>
                <a:spcPct val="100000"/>
              </a:lnSpc>
              <a:spcBef>
                <a:spcPts val="0"/>
              </a:spcBef>
              <a:spcAft>
                <a:spcPts val="0"/>
              </a:spcAft>
              <a:buSzPts val="2300"/>
              <a:buNone/>
              <a:defRPr sz="2300"/>
            </a:lvl4pPr>
            <a:lvl5pPr lvl="4" algn="ctr">
              <a:lnSpc>
                <a:spcPct val="100000"/>
              </a:lnSpc>
              <a:spcBef>
                <a:spcPts val="0"/>
              </a:spcBef>
              <a:spcAft>
                <a:spcPts val="0"/>
              </a:spcAft>
              <a:buSzPts val="2300"/>
              <a:buNone/>
              <a:defRPr sz="2300"/>
            </a:lvl5pPr>
            <a:lvl6pPr lvl="5" algn="ctr">
              <a:lnSpc>
                <a:spcPct val="100000"/>
              </a:lnSpc>
              <a:spcBef>
                <a:spcPts val="0"/>
              </a:spcBef>
              <a:spcAft>
                <a:spcPts val="0"/>
              </a:spcAft>
              <a:buSzPts val="2300"/>
              <a:buNone/>
              <a:defRPr sz="2300"/>
            </a:lvl6pPr>
            <a:lvl7pPr lvl="6" algn="ctr">
              <a:lnSpc>
                <a:spcPct val="100000"/>
              </a:lnSpc>
              <a:spcBef>
                <a:spcPts val="0"/>
              </a:spcBef>
              <a:spcAft>
                <a:spcPts val="0"/>
              </a:spcAft>
              <a:buSzPts val="2300"/>
              <a:buNone/>
              <a:defRPr sz="2300"/>
            </a:lvl7pPr>
            <a:lvl8pPr lvl="7" algn="ctr">
              <a:lnSpc>
                <a:spcPct val="100000"/>
              </a:lnSpc>
              <a:spcBef>
                <a:spcPts val="0"/>
              </a:spcBef>
              <a:spcAft>
                <a:spcPts val="0"/>
              </a:spcAft>
              <a:buSzPts val="2300"/>
              <a:buNone/>
              <a:defRPr sz="2300"/>
            </a:lvl8pPr>
            <a:lvl9pPr lvl="8" algn="ctr">
              <a:lnSpc>
                <a:spcPct val="100000"/>
              </a:lnSpc>
              <a:spcBef>
                <a:spcPts val="0"/>
              </a:spcBef>
              <a:spcAft>
                <a:spcPts val="0"/>
              </a:spcAft>
              <a:buSzPts val="2300"/>
              <a:buNone/>
              <a:defRPr sz="2300"/>
            </a:lvl9pPr>
          </a:lstStyle>
          <a:p>
            <a:endParaRPr/>
          </a:p>
        </p:txBody>
      </p:sp>
      <p:sp>
        <p:nvSpPr>
          <p:cNvPr id="146" name="Google Shape;146;h19034d514f5d6f97_0_191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
        <p:nvSpPr>
          <p:cNvPr id="147" name="Google Shape;147;h19034d514f5d6f97_0_1919"/>
          <p:cNvSpPr/>
          <p:nvPr/>
        </p:nvSpPr>
        <p:spPr>
          <a:xfrm>
            <a:off x="0" y="0"/>
            <a:ext cx="249300" cy="249300"/>
          </a:xfrm>
          <a:prstGeom prst="rect">
            <a:avLst/>
          </a:prstGeom>
          <a:solidFill>
            <a:srgbClr val="FFEFF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SemiBold"/>
              <a:ea typeface="Inter SemiBold"/>
              <a:cs typeface="Inter SemiBold"/>
              <a:sym typeface="Inter SemiBold"/>
            </a:endParaRPr>
          </a:p>
        </p:txBody>
      </p:sp>
    </p:spTree>
  </p:cSld>
  <p:clrMapOvr>
    <a:masterClrMapping/>
  </p:clrMapOvr>
  <p:extLst>
    <p:ext uri="{DCECCB84-F9BA-43D5-87BE-67443E8EF086}">
      <p15:sldGuideLst xmlns:p15="http://schemas.microsoft.com/office/powerpoint/2012/main">
        <p15:guide id="1" orient="horz" pos="1620">
          <p15:clr>
            <a:srgbClr val="E46962"/>
          </p15:clr>
        </p15:guide>
        <p15:guide id="2" pos="2880">
          <p15:clr>
            <a:srgbClr val="E46962"/>
          </p15:clr>
        </p15:guide>
        <p15:guide id="3" orient="horz" pos="157">
          <p15:clr>
            <a:srgbClr val="E46962"/>
          </p15:clr>
        </p15:guide>
        <p15:guide id="4" orient="horz" pos="3083">
          <p15:clr>
            <a:srgbClr val="E46962"/>
          </p15:clr>
        </p15:guide>
        <p15:guide id="5" pos="157">
          <p15:clr>
            <a:srgbClr val="E46962"/>
          </p15:clr>
        </p15:guide>
        <p15:guide id="6" pos="5603">
          <p15:clr>
            <a:srgbClr val="E46962"/>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Teal Quote">
  <p:cSld name="TITLE_1_1_1_1_1_1_1">
    <p:bg>
      <p:bgPr>
        <a:blipFill>
          <a:blip r:embed="rId2">
            <a:alphaModFix/>
          </a:blip>
          <a:stretch>
            <a:fillRect/>
          </a:stretch>
        </a:blipFill>
        <a:effectLst/>
      </p:bgPr>
    </p:bg>
    <p:spTree>
      <p:nvGrpSpPr>
        <p:cNvPr id="1" name="Shape 148"/>
        <p:cNvGrpSpPr/>
        <p:nvPr/>
      </p:nvGrpSpPr>
      <p:grpSpPr>
        <a:xfrm>
          <a:off x="0" y="0"/>
          <a:ext cx="0" cy="0"/>
          <a:chOff x="0" y="0"/>
          <a:chExt cx="0" cy="0"/>
        </a:xfrm>
      </p:grpSpPr>
      <p:sp>
        <p:nvSpPr>
          <p:cNvPr id="149" name="Google Shape;149;h19034d514f5d6f97_0_1924"/>
          <p:cNvSpPr txBox="1">
            <a:spLocks noGrp="1"/>
          </p:cNvSpPr>
          <p:nvPr>
            <p:ph type="ctrTitle"/>
          </p:nvPr>
        </p:nvSpPr>
        <p:spPr>
          <a:xfrm>
            <a:off x="791300" y="1330600"/>
            <a:ext cx="7297800" cy="21591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4500"/>
              <a:buNone/>
              <a:defRPr sz="4500"/>
            </a:lvl1pPr>
            <a:lvl2pPr lvl="1" algn="ctr">
              <a:spcBef>
                <a:spcPts val="0"/>
              </a:spcBef>
              <a:spcAft>
                <a:spcPts val="0"/>
              </a:spcAft>
              <a:buSzPts val="4500"/>
              <a:buFont typeface="Inter Tight"/>
              <a:buNone/>
              <a:defRPr sz="4500">
                <a:latin typeface="Inter Tight"/>
                <a:ea typeface="Inter Tight"/>
                <a:cs typeface="Inter Tight"/>
                <a:sym typeface="Inter Tight"/>
              </a:defRPr>
            </a:lvl2pPr>
            <a:lvl3pPr lvl="2" algn="ctr">
              <a:spcBef>
                <a:spcPts val="0"/>
              </a:spcBef>
              <a:spcAft>
                <a:spcPts val="0"/>
              </a:spcAft>
              <a:buSzPts val="4500"/>
              <a:buFont typeface="Inter Tight"/>
              <a:buNone/>
              <a:defRPr sz="4500">
                <a:latin typeface="Inter Tight"/>
                <a:ea typeface="Inter Tight"/>
                <a:cs typeface="Inter Tight"/>
                <a:sym typeface="Inter Tight"/>
              </a:defRPr>
            </a:lvl3pPr>
            <a:lvl4pPr lvl="3" algn="ctr">
              <a:spcBef>
                <a:spcPts val="0"/>
              </a:spcBef>
              <a:spcAft>
                <a:spcPts val="0"/>
              </a:spcAft>
              <a:buSzPts val="4500"/>
              <a:buFont typeface="Inter Tight"/>
              <a:buNone/>
              <a:defRPr sz="4500">
                <a:latin typeface="Inter Tight"/>
                <a:ea typeface="Inter Tight"/>
                <a:cs typeface="Inter Tight"/>
                <a:sym typeface="Inter Tight"/>
              </a:defRPr>
            </a:lvl4pPr>
            <a:lvl5pPr lvl="4" algn="ctr">
              <a:spcBef>
                <a:spcPts val="0"/>
              </a:spcBef>
              <a:spcAft>
                <a:spcPts val="0"/>
              </a:spcAft>
              <a:buSzPts val="4500"/>
              <a:buFont typeface="Inter Tight"/>
              <a:buNone/>
              <a:defRPr sz="4500">
                <a:latin typeface="Inter Tight"/>
                <a:ea typeface="Inter Tight"/>
                <a:cs typeface="Inter Tight"/>
                <a:sym typeface="Inter Tight"/>
              </a:defRPr>
            </a:lvl5pPr>
            <a:lvl6pPr lvl="5" algn="ctr">
              <a:spcBef>
                <a:spcPts val="0"/>
              </a:spcBef>
              <a:spcAft>
                <a:spcPts val="0"/>
              </a:spcAft>
              <a:buSzPts val="4500"/>
              <a:buFont typeface="Inter Tight"/>
              <a:buNone/>
              <a:defRPr sz="4500">
                <a:latin typeface="Inter Tight"/>
                <a:ea typeface="Inter Tight"/>
                <a:cs typeface="Inter Tight"/>
                <a:sym typeface="Inter Tight"/>
              </a:defRPr>
            </a:lvl6pPr>
            <a:lvl7pPr lvl="6" algn="ctr">
              <a:spcBef>
                <a:spcPts val="0"/>
              </a:spcBef>
              <a:spcAft>
                <a:spcPts val="0"/>
              </a:spcAft>
              <a:buSzPts val="4500"/>
              <a:buFont typeface="Inter Tight"/>
              <a:buNone/>
              <a:defRPr sz="4500">
                <a:latin typeface="Inter Tight"/>
                <a:ea typeface="Inter Tight"/>
                <a:cs typeface="Inter Tight"/>
                <a:sym typeface="Inter Tight"/>
              </a:defRPr>
            </a:lvl7pPr>
            <a:lvl8pPr lvl="7" algn="ctr">
              <a:spcBef>
                <a:spcPts val="0"/>
              </a:spcBef>
              <a:spcAft>
                <a:spcPts val="0"/>
              </a:spcAft>
              <a:buSzPts val="4500"/>
              <a:buFont typeface="Inter Tight"/>
              <a:buNone/>
              <a:defRPr sz="4500">
                <a:latin typeface="Inter Tight"/>
                <a:ea typeface="Inter Tight"/>
                <a:cs typeface="Inter Tight"/>
                <a:sym typeface="Inter Tight"/>
              </a:defRPr>
            </a:lvl8pPr>
            <a:lvl9pPr lvl="8" algn="ctr">
              <a:spcBef>
                <a:spcPts val="0"/>
              </a:spcBef>
              <a:spcAft>
                <a:spcPts val="0"/>
              </a:spcAft>
              <a:buSzPts val="4500"/>
              <a:buFont typeface="Inter Tight"/>
              <a:buNone/>
              <a:defRPr sz="4500">
                <a:latin typeface="Inter Tight"/>
                <a:ea typeface="Inter Tight"/>
                <a:cs typeface="Inter Tight"/>
                <a:sym typeface="Inter Tight"/>
              </a:defRPr>
            </a:lvl9pPr>
          </a:lstStyle>
          <a:p>
            <a:endParaRPr/>
          </a:p>
        </p:txBody>
      </p:sp>
      <p:sp>
        <p:nvSpPr>
          <p:cNvPr id="150" name="Google Shape;150;h19034d514f5d6f97_0_1924"/>
          <p:cNvSpPr txBox="1">
            <a:spLocks noGrp="1"/>
          </p:cNvSpPr>
          <p:nvPr>
            <p:ph type="subTitle" idx="1"/>
          </p:nvPr>
        </p:nvSpPr>
        <p:spPr>
          <a:xfrm>
            <a:off x="688725" y="3020300"/>
            <a:ext cx="7503000" cy="792600"/>
          </a:xfrm>
          <a:prstGeom prst="rect">
            <a:avLst/>
          </a:prstGeom>
        </p:spPr>
        <p:txBody>
          <a:bodyPr spcFirstLastPara="1" wrap="square" lIns="91425" tIns="91425" rIns="91425" bIns="91425" anchor="ctr" anchorCtr="0">
            <a:normAutofit/>
          </a:bodyPr>
          <a:lstStyle>
            <a:lvl1pPr lvl="0" algn="ctr">
              <a:lnSpc>
                <a:spcPct val="100000"/>
              </a:lnSpc>
              <a:spcBef>
                <a:spcPts val="0"/>
              </a:spcBef>
              <a:spcAft>
                <a:spcPts val="0"/>
              </a:spcAft>
              <a:buSzPts val="2000"/>
              <a:buFont typeface="Momo Trust Sans"/>
              <a:buNone/>
              <a:defRPr sz="2000">
                <a:latin typeface="Momo Trust Sans"/>
                <a:ea typeface="Momo Trust Sans"/>
                <a:cs typeface="Momo Trust Sans"/>
                <a:sym typeface="Momo Trust Sans"/>
              </a:defRPr>
            </a:lvl1pPr>
            <a:lvl2pPr lvl="1" algn="ctr">
              <a:lnSpc>
                <a:spcPct val="100000"/>
              </a:lnSpc>
              <a:spcBef>
                <a:spcPts val="0"/>
              </a:spcBef>
              <a:spcAft>
                <a:spcPts val="0"/>
              </a:spcAft>
              <a:buSzPts val="2300"/>
              <a:buFont typeface="Inter Tight"/>
              <a:buNone/>
              <a:defRPr sz="2300">
                <a:latin typeface="Inter Tight"/>
                <a:ea typeface="Inter Tight"/>
                <a:cs typeface="Inter Tight"/>
                <a:sym typeface="Inter Tight"/>
              </a:defRPr>
            </a:lvl2pPr>
            <a:lvl3pPr lvl="2" algn="ctr">
              <a:lnSpc>
                <a:spcPct val="100000"/>
              </a:lnSpc>
              <a:spcBef>
                <a:spcPts val="0"/>
              </a:spcBef>
              <a:spcAft>
                <a:spcPts val="0"/>
              </a:spcAft>
              <a:buSzPts val="2300"/>
              <a:buFont typeface="Inter Tight"/>
              <a:buNone/>
              <a:defRPr sz="2300">
                <a:latin typeface="Inter Tight"/>
                <a:ea typeface="Inter Tight"/>
                <a:cs typeface="Inter Tight"/>
                <a:sym typeface="Inter Tight"/>
              </a:defRPr>
            </a:lvl3pPr>
            <a:lvl4pPr lvl="3" algn="ctr">
              <a:lnSpc>
                <a:spcPct val="100000"/>
              </a:lnSpc>
              <a:spcBef>
                <a:spcPts val="0"/>
              </a:spcBef>
              <a:spcAft>
                <a:spcPts val="0"/>
              </a:spcAft>
              <a:buSzPts val="2300"/>
              <a:buFont typeface="Inter Tight"/>
              <a:buNone/>
              <a:defRPr sz="2300">
                <a:latin typeface="Inter Tight"/>
                <a:ea typeface="Inter Tight"/>
                <a:cs typeface="Inter Tight"/>
                <a:sym typeface="Inter Tight"/>
              </a:defRPr>
            </a:lvl4pPr>
            <a:lvl5pPr lvl="4" algn="ctr">
              <a:lnSpc>
                <a:spcPct val="100000"/>
              </a:lnSpc>
              <a:spcBef>
                <a:spcPts val="0"/>
              </a:spcBef>
              <a:spcAft>
                <a:spcPts val="0"/>
              </a:spcAft>
              <a:buSzPts val="2300"/>
              <a:buFont typeface="Inter Tight"/>
              <a:buNone/>
              <a:defRPr sz="2300">
                <a:latin typeface="Inter Tight"/>
                <a:ea typeface="Inter Tight"/>
                <a:cs typeface="Inter Tight"/>
                <a:sym typeface="Inter Tight"/>
              </a:defRPr>
            </a:lvl5pPr>
            <a:lvl6pPr lvl="5" algn="ctr">
              <a:lnSpc>
                <a:spcPct val="100000"/>
              </a:lnSpc>
              <a:spcBef>
                <a:spcPts val="0"/>
              </a:spcBef>
              <a:spcAft>
                <a:spcPts val="0"/>
              </a:spcAft>
              <a:buSzPts val="2300"/>
              <a:buFont typeface="Inter Tight"/>
              <a:buNone/>
              <a:defRPr sz="2300">
                <a:latin typeface="Inter Tight"/>
                <a:ea typeface="Inter Tight"/>
                <a:cs typeface="Inter Tight"/>
                <a:sym typeface="Inter Tight"/>
              </a:defRPr>
            </a:lvl6pPr>
            <a:lvl7pPr lvl="6" algn="ctr">
              <a:lnSpc>
                <a:spcPct val="100000"/>
              </a:lnSpc>
              <a:spcBef>
                <a:spcPts val="0"/>
              </a:spcBef>
              <a:spcAft>
                <a:spcPts val="0"/>
              </a:spcAft>
              <a:buSzPts val="2300"/>
              <a:buFont typeface="Inter Tight"/>
              <a:buNone/>
              <a:defRPr sz="2300">
                <a:latin typeface="Inter Tight"/>
                <a:ea typeface="Inter Tight"/>
                <a:cs typeface="Inter Tight"/>
                <a:sym typeface="Inter Tight"/>
              </a:defRPr>
            </a:lvl7pPr>
            <a:lvl8pPr lvl="7" algn="ctr">
              <a:lnSpc>
                <a:spcPct val="100000"/>
              </a:lnSpc>
              <a:spcBef>
                <a:spcPts val="0"/>
              </a:spcBef>
              <a:spcAft>
                <a:spcPts val="0"/>
              </a:spcAft>
              <a:buSzPts val="2300"/>
              <a:buFont typeface="Inter Tight"/>
              <a:buNone/>
              <a:defRPr sz="2300">
                <a:latin typeface="Inter Tight"/>
                <a:ea typeface="Inter Tight"/>
                <a:cs typeface="Inter Tight"/>
                <a:sym typeface="Inter Tight"/>
              </a:defRPr>
            </a:lvl8pPr>
            <a:lvl9pPr lvl="8" algn="ctr">
              <a:lnSpc>
                <a:spcPct val="100000"/>
              </a:lnSpc>
              <a:spcBef>
                <a:spcPts val="0"/>
              </a:spcBef>
              <a:spcAft>
                <a:spcPts val="0"/>
              </a:spcAft>
              <a:buSzPts val="2300"/>
              <a:buFont typeface="Inter Tight"/>
              <a:buNone/>
              <a:defRPr sz="2300">
                <a:latin typeface="Inter Tight"/>
                <a:ea typeface="Inter Tight"/>
                <a:cs typeface="Inter Tight"/>
                <a:sym typeface="Inter Tight"/>
              </a:defRPr>
            </a:lvl9pPr>
          </a:lstStyle>
          <a:p>
            <a:endParaRPr/>
          </a:p>
        </p:txBody>
      </p:sp>
      <p:sp>
        <p:nvSpPr>
          <p:cNvPr id="151" name="Google Shape;151;h19034d514f5d6f97_0_192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
        <p:nvSpPr>
          <p:cNvPr id="152" name="Google Shape;152;h19034d514f5d6f97_0_1924"/>
          <p:cNvSpPr/>
          <p:nvPr/>
        </p:nvSpPr>
        <p:spPr>
          <a:xfrm>
            <a:off x="0" y="0"/>
            <a:ext cx="249300" cy="249300"/>
          </a:xfrm>
          <a:prstGeom prst="rect">
            <a:avLst/>
          </a:prstGeom>
          <a:solidFill>
            <a:srgbClr val="FFEFF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SemiBold"/>
              <a:ea typeface="Inter SemiBold"/>
              <a:cs typeface="Inter SemiBold"/>
              <a:sym typeface="Inter SemiBold"/>
            </a:endParaRPr>
          </a:p>
        </p:txBody>
      </p:sp>
    </p:spTree>
  </p:cSld>
  <p:clrMapOvr>
    <a:masterClrMapping/>
  </p:clrMapOvr>
  <p:extLst>
    <p:ext uri="{DCECCB84-F9BA-43D5-87BE-67443E8EF086}">
      <p15:sldGuideLst xmlns:p15="http://schemas.microsoft.com/office/powerpoint/2012/main">
        <p15:guide id="1" orient="horz" pos="1620">
          <p15:clr>
            <a:srgbClr val="E46962"/>
          </p15:clr>
        </p15:guide>
        <p15:guide id="2" pos="2880">
          <p15:clr>
            <a:srgbClr val="E46962"/>
          </p15:clr>
        </p15:guide>
        <p15:guide id="3" orient="horz" pos="157">
          <p15:clr>
            <a:srgbClr val="E46962"/>
          </p15:clr>
        </p15:guide>
        <p15:guide id="4" orient="horz" pos="3083">
          <p15:clr>
            <a:srgbClr val="E46962"/>
          </p15:clr>
        </p15:guide>
        <p15:guide id="5" pos="157">
          <p15:clr>
            <a:srgbClr val="E46962"/>
          </p15:clr>
        </p15:guide>
        <p15:guide id="6" pos="5603">
          <p15:clr>
            <a:srgbClr val="E46962"/>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Blue Quote">
  <p:cSld name="TITLE_1_1_1_1_1_1_1_1">
    <p:bg>
      <p:bgPr>
        <a:blipFill>
          <a:blip r:embed="rId2">
            <a:alphaModFix/>
          </a:blip>
          <a:stretch>
            <a:fillRect/>
          </a:stretch>
        </a:blipFill>
        <a:effectLst/>
      </p:bgPr>
    </p:bg>
    <p:spTree>
      <p:nvGrpSpPr>
        <p:cNvPr id="1" name="Shape 153"/>
        <p:cNvGrpSpPr/>
        <p:nvPr/>
      </p:nvGrpSpPr>
      <p:grpSpPr>
        <a:xfrm>
          <a:off x="0" y="0"/>
          <a:ext cx="0" cy="0"/>
          <a:chOff x="0" y="0"/>
          <a:chExt cx="0" cy="0"/>
        </a:xfrm>
      </p:grpSpPr>
      <p:sp>
        <p:nvSpPr>
          <p:cNvPr id="154" name="Google Shape;154;h19034d514f5d6f97_0_1929"/>
          <p:cNvSpPr txBox="1">
            <a:spLocks noGrp="1"/>
          </p:cNvSpPr>
          <p:nvPr>
            <p:ph type="ctrTitle"/>
          </p:nvPr>
        </p:nvSpPr>
        <p:spPr>
          <a:xfrm>
            <a:off x="791300" y="1330600"/>
            <a:ext cx="7297800" cy="21591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4500"/>
              <a:buNone/>
              <a:defRPr sz="4500"/>
            </a:lvl1pPr>
            <a:lvl2pPr lvl="1" algn="ctr">
              <a:spcBef>
                <a:spcPts val="0"/>
              </a:spcBef>
              <a:spcAft>
                <a:spcPts val="0"/>
              </a:spcAft>
              <a:buSzPts val="4500"/>
              <a:buFont typeface="Inter Tight"/>
              <a:buNone/>
              <a:defRPr sz="4500">
                <a:latin typeface="Inter Tight"/>
                <a:ea typeface="Inter Tight"/>
                <a:cs typeface="Inter Tight"/>
                <a:sym typeface="Inter Tight"/>
              </a:defRPr>
            </a:lvl2pPr>
            <a:lvl3pPr lvl="2" algn="ctr">
              <a:spcBef>
                <a:spcPts val="0"/>
              </a:spcBef>
              <a:spcAft>
                <a:spcPts val="0"/>
              </a:spcAft>
              <a:buSzPts val="4500"/>
              <a:buFont typeface="Inter Tight"/>
              <a:buNone/>
              <a:defRPr sz="4500">
                <a:latin typeface="Inter Tight"/>
                <a:ea typeface="Inter Tight"/>
                <a:cs typeface="Inter Tight"/>
                <a:sym typeface="Inter Tight"/>
              </a:defRPr>
            </a:lvl3pPr>
            <a:lvl4pPr lvl="3" algn="ctr">
              <a:spcBef>
                <a:spcPts val="0"/>
              </a:spcBef>
              <a:spcAft>
                <a:spcPts val="0"/>
              </a:spcAft>
              <a:buSzPts val="4500"/>
              <a:buFont typeface="Inter Tight"/>
              <a:buNone/>
              <a:defRPr sz="4500">
                <a:latin typeface="Inter Tight"/>
                <a:ea typeface="Inter Tight"/>
                <a:cs typeface="Inter Tight"/>
                <a:sym typeface="Inter Tight"/>
              </a:defRPr>
            </a:lvl4pPr>
            <a:lvl5pPr lvl="4" algn="ctr">
              <a:spcBef>
                <a:spcPts val="0"/>
              </a:spcBef>
              <a:spcAft>
                <a:spcPts val="0"/>
              </a:spcAft>
              <a:buSzPts val="4500"/>
              <a:buFont typeface="Inter Tight"/>
              <a:buNone/>
              <a:defRPr sz="4500">
                <a:latin typeface="Inter Tight"/>
                <a:ea typeface="Inter Tight"/>
                <a:cs typeface="Inter Tight"/>
                <a:sym typeface="Inter Tight"/>
              </a:defRPr>
            </a:lvl5pPr>
            <a:lvl6pPr lvl="5" algn="ctr">
              <a:spcBef>
                <a:spcPts val="0"/>
              </a:spcBef>
              <a:spcAft>
                <a:spcPts val="0"/>
              </a:spcAft>
              <a:buSzPts val="4500"/>
              <a:buFont typeface="Inter Tight"/>
              <a:buNone/>
              <a:defRPr sz="4500">
                <a:latin typeface="Inter Tight"/>
                <a:ea typeface="Inter Tight"/>
                <a:cs typeface="Inter Tight"/>
                <a:sym typeface="Inter Tight"/>
              </a:defRPr>
            </a:lvl6pPr>
            <a:lvl7pPr lvl="6" algn="ctr">
              <a:spcBef>
                <a:spcPts val="0"/>
              </a:spcBef>
              <a:spcAft>
                <a:spcPts val="0"/>
              </a:spcAft>
              <a:buSzPts val="4500"/>
              <a:buFont typeface="Inter Tight"/>
              <a:buNone/>
              <a:defRPr sz="4500">
                <a:latin typeface="Inter Tight"/>
                <a:ea typeface="Inter Tight"/>
                <a:cs typeface="Inter Tight"/>
                <a:sym typeface="Inter Tight"/>
              </a:defRPr>
            </a:lvl7pPr>
            <a:lvl8pPr lvl="7" algn="ctr">
              <a:spcBef>
                <a:spcPts val="0"/>
              </a:spcBef>
              <a:spcAft>
                <a:spcPts val="0"/>
              </a:spcAft>
              <a:buSzPts val="4500"/>
              <a:buFont typeface="Inter Tight"/>
              <a:buNone/>
              <a:defRPr sz="4500">
                <a:latin typeface="Inter Tight"/>
                <a:ea typeface="Inter Tight"/>
                <a:cs typeface="Inter Tight"/>
                <a:sym typeface="Inter Tight"/>
              </a:defRPr>
            </a:lvl8pPr>
            <a:lvl9pPr lvl="8" algn="ctr">
              <a:spcBef>
                <a:spcPts val="0"/>
              </a:spcBef>
              <a:spcAft>
                <a:spcPts val="0"/>
              </a:spcAft>
              <a:buSzPts val="4500"/>
              <a:buFont typeface="Inter Tight"/>
              <a:buNone/>
              <a:defRPr sz="4500">
                <a:latin typeface="Inter Tight"/>
                <a:ea typeface="Inter Tight"/>
                <a:cs typeface="Inter Tight"/>
                <a:sym typeface="Inter Tight"/>
              </a:defRPr>
            </a:lvl9pPr>
          </a:lstStyle>
          <a:p>
            <a:endParaRPr/>
          </a:p>
        </p:txBody>
      </p:sp>
      <p:sp>
        <p:nvSpPr>
          <p:cNvPr id="155" name="Google Shape;155;h19034d514f5d6f97_0_1929"/>
          <p:cNvSpPr txBox="1">
            <a:spLocks noGrp="1"/>
          </p:cNvSpPr>
          <p:nvPr>
            <p:ph type="subTitle" idx="1"/>
          </p:nvPr>
        </p:nvSpPr>
        <p:spPr>
          <a:xfrm>
            <a:off x="688725" y="3020300"/>
            <a:ext cx="7503000" cy="792600"/>
          </a:xfrm>
          <a:prstGeom prst="rect">
            <a:avLst/>
          </a:prstGeom>
        </p:spPr>
        <p:txBody>
          <a:bodyPr spcFirstLastPara="1" wrap="square" lIns="91425" tIns="91425" rIns="91425" bIns="91425" anchor="ctr" anchorCtr="0">
            <a:normAutofit/>
          </a:bodyPr>
          <a:lstStyle>
            <a:lvl1pPr lvl="0" algn="ctr">
              <a:lnSpc>
                <a:spcPct val="100000"/>
              </a:lnSpc>
              <a:spcBef>
                <a:spcPts val="0"/>
              </a:spcBef>
              <a:spcAft>
                <a:spcPts val="0"/>
              </a:spcAft>
              <a:buSzPts val="2000"/>
              <a:buFont typeface="Momo Trust Sans"/>
              <a:buNone/>
              <a:defRPr sz="2000">
                <a:latin typeface="Momo Trust Sans"/>
                <a:ea typeface="Momo Trust Sans"/>
                <a:cs typeface="Momo Trust Sans"/>
                <a:sym typeface="Momo Trust Sans"/>
              </a:defRPr>
            </a:lvl1pPr>
            <a:lvl2pPr lvl="1" algn="ctr">
              <a:lnSpc>
                <a:spcPct val="100000"/>
              </a:lnSpc>
              <a:spcBef>
                <a:spcPts val="0"/>
              </a:spcBef>
              <a:spcAft>
                <a:spcPts val="0"/>
              </a:spcAft>
              <a:buSzPts val="2300"/>
              <a:buNone/>
              <a:defRPr sz="2300"/>
            </a:lvl2pPr>
            <a:lvl3pPr lvl="2" algn="ctr">
              <a:lnSpc>
                <a:spcPct val="100000"/>
              </a:lnSpc>
              <a:spcBef>
                <a:spcPts val="0"/>
              </a:spcBef>
              <a:spcAft>
                <a:spcPts val="0"/>
              </a:spcAft>
              <a:buSzPts val="2300"/>
              <a:buNone/>
              <a:defRPr sz="2300"/>
            </a:lvl3pPr>
            <a:lvl4pPr lvl="3" algn="ctr">
              <a:lnSpc>
                <a:spcPct val="100000"/>
              </a:lnSpc>
              <a:spcBef>
                <a:spcPts val="0"/>
              </a:spcBef>
              <a:spcAft>
                <a:spcPts val="0"/>
              </a:spcAft>
              <a:buSzPts val="2300"/>
              <a:buNone/>
              <a:defRPr sz="2300"/>
            </a:lvl4pPr>
            <a:lvl5pPr lvl="4" algn="ctr">
              <a:lnSpc>
                <a:spcPct val="100000"/>
              </a:lnSpc>
              <a:spcBef>
                <a:spcPts val="0"/>
              </a:spcBef>
              <a:spcAft>
                <a:spcPts val="0"/>
              </a:spcAft>
              <a:buSzPts val="2300"/>
              <a:buNone/>
              <a:defRPr sz="2300"/>
            </a:lvl5pPr>
            <a:lvl6pPr lvl="5" algn="ctr">
              <a:lnSpc>
                <a:spcPct val="100000"/>
              </a:lnSpc>
              <a:spcBef>
                <a:spcPts val="0"/>
              </a:spcBef>
              <a:spcAft>
                <a:spcPts val="0"/>
              </a:spcAft>
              <a:buSzPts val="2300"/>
              <a:buNone/>
              <a:defRPr sz="2300"/>
            </a:lvl6pPr>
            <a:lvl7pPr lvl="6" algn="ctr">
              <a:lnSpc>
                <a:spcPct val="100000"/>
              </a:lnSpc>
              <a:spcBef>
                <a:spcPts val="0"/>
              </a:spcBef>
              <a:spcAft>
                <a:spcPts val="0"/>
              </a:spcAft>
              <a:buSzPts val="2300"/>
              <a:buNone/>
              <a:defRPr sz="2300"/>
            </a:lvl7pPr>
            <a:lvl8pPr lvl="7" algn="ctr">
              <a:lnSpc>
                <a:spcPct val="100000"/>
              </a:lnSpc>
              <a:spcBef>
                <a:spcPts val="0"/>
              </a:spcBef>
              <a:spcAft>
                <a:spcPts val="0"/>
              </a:spcAft>
              <a:buSzPts val="2300"/>
              <a:buNone/>
              <a:defRPr sz="2300"/>
            </a:lvl8pPr>
            <a:lvl9pPr lvl="8" algn="ctr">
              <a:lnSpc>
                <a:spcPct val="100000"/>
              </a:lnSpc>
              <a:spcBef>
                <a:spcPts val="0"/>
              </a:spcBef>
              <a:spcAft>
                <a:spcPts val="0"/>
              </a:spcAft>
              <a:buSzPts val="2300"/>
              <a:buNone/>
              <a:defRPr sz="2300"/>
            </a:lvl9pPr>
          </a:lstStyle>
          <a:p>
            <a:endParaRPr/>
          </a:p>
        </p:txBody>
      </p:sp>
      <p:sp>
        <p:nvSpPr>
          <p:cNvPr id="156" name="Google Shape;156;h19034d514f5d6f97_0_192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
        <p:nvSpPr>
          <p:cNvPr id="157" name="Google Shape;157;h19034d514f5d6f97_0_1929"/>
          <p:cNvSpPr/>
          <p:nvPr/>
        </p:nvSpPr>
        <p:spPr>
          <a:xfrm>
            <a:off x="0" y="0"/>
            <a:ext cx="249300" cy="249300"/>
          </a:xfrm>
          <a:prstGeom prst="rect">
            <a:avLst/>
          </a:prstGeom>
          <a:solidFill>
            <a:srgbClr val="FFEFF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SemiBold"/>
              <a:ea typeface="Inter SemiBold"/>
              <a:cs typeface="Inter SemiBold"/>
              <a:sym typeface="Inter SemiBold"/>
            </a:endParaRPr>
          </a:p>
        </p:txBody>
      </p:sp>
    </p:spTree>
  </p:cSld>
  <p:clrMapOvr>
    <a:masterClrMapping/>
  </p:clrMapOvr>
  <p:extLst>
    <p:ext uri="{DCECCB84-F9BA-43D5-87BE-67443E8EF086}">
      <p15:sldGuideLst xmlns:p15="http://schemas.microsoft.com/office/powerpoint/2012/main">
        <p15:guide id="1" orient="horz" pos="1620">
          <p15:clr>
            <a:srgbClr val="E46962"/>
          </p15:clr>
        </p15:guide>
        <p15:guide id="2" pos="2880">
          <p15:clr>
            <a:srgbClr val="E46962"/>
          </p15:clr>
        </p15:guide>
        <p15:guide id="3" orient="horz" pos="157">
          <p15:clr>
            <a:srgbClr val="E46962"/>
          </p15:clr>
        </p15:guide>
        <p15:guide id="4" orient="horz" pos="3083">
          <p15:clr>
            <a:srgbClr val="E46962"/>
          </p15:clr>
        </p15:guide>
        <p15:guide id="5" pos="157">
          <p15:clr>
            <a:srgbClr val="E46962"/>
          </p15:clr>
        </p15:guide>
        <p15:guide id="6" pos="5603">
          <p15:clr>
            <a:srgbClr val="E46962"/>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Purple Quote">
  <p:cSld name="TITLE_1_1_1_1_1_1_1_1_1">
    <p:bg>
      <p:bgPr>
        <a:blipFill>
          <a:blip r:embed="rId2">
            <a:alphaModFix/>
          </a:blip>
          <a:stretch>
            <a:fillRect/>
          </a:stretch>
        </a:blipFill>
        <a:effectLst/>
      </p:bgPr>
    </p:bg>
    <p:spTree>
      <p:nvGrpSpPr>
        <p:cNvPr id="1" name="Shape 158"/>
        <p:cNvGrpSpPr/>
        <p:nvPr/>
      </p:nvGrpSpPr>
      <p:grpSpPr>
        <a:xfrm>
          <a:off x="0" y="0"/>
          <a:ext cx="0" cy="0"/>
          <a:chOff x="0" y="0"/>
          <a:chExt cx="0" cy="0"/>
        </a:xfrm>
      </p:grpSpPr>
      <p:sp>
        <p:nvSpPr>
          <p:cNvPr id="159" name="Google Shape;159;h19034d514f5d6f97_0_1934"/>
          <p:cNvSpPr txBox="1">
            <a:spLocks noGrp="1"/>
          </p:cNvSpPr>
          <p:nvPr>
            <p:ph type="ctrTitle"/>
          </p:nvPr>
        </p:nvSpPr>
        <p:spPr>
          <a:xfrm>
            <a:off x="791300" y="1330600"/>
            <a:ext cx="7297800" cy="21591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4500"/>
              <a:buNone/>
              <a:defRPr sz="4500"/>
            </a:lvl1pPr>
            <a:lvl2pPr lvl="1" algn="ctr">
              <a:spcBef>
                <a:spcPts val="0"/>
              </a:spcBef>
              <a:spcAft>
                <a:spcPts val="0"/>
              </a:spcAft>
              <a:buSzPts val="4500"/>
              <a:buFont typeface="Inter Tight"/>
              <a:buNone/>
              <a:defRPr sz="4500">
                <a:latin typeface="Inter Tight"/>
                <a:ea typeface="Inter Tight"/>
                <a:cs typeface="Inter Tight"/>
                <a:sym typeface="Inter Tight"/>
              </a:defRPr>
            </a:lvl2pPr>
            <a:lvl3pPr lvl="2" algn="ctr">
              <a:spcBef>
                <a:spcPts val="0"/>
              </a:spcBef>
              <a:spcAft>
                <a:spcPts val="0"/>
              </a:spcAft>
              <a:buSzPts val="4500"/>
              <a:buFont typeface="Inter Tight"/>
              <a:buNone/>
              <a:defRPr sz="4500">
                <a:latin typeface="Inter Tight"/>
                <a:ea typeface="Inter Tight"/>
                <a:cs typeface="Inter Tight"/>
                <a:sym typeface="Inter Tight"/>
              </a:defRPr>
            </a:lvl3pPr>
            <a:lvl4pPr lvl="3" algn="ctr">
              <a:spcBef>
                <a:spcPts val="0"/>
              </a:spcBef>
              <a:spcAft>
                <a:spcPts val="0"/>
              </a:spcAft>
              <a:buSzPts val="4500"/>
              <a:buFont typeface="Inter Tight"/>
              <a:buNone/>
              <a:defRPr sz="4500">
                <a:latin typeface="Inter Tight"/>
                <a:ea typeface="Inter Tight"/>
                <a:cs typeface="Inter Tight"/>
                <a:sym typeface="Inter Tight"/>
              </a:defRPr>
            </a:lvl4pPr>
            <a:lvl5pPr lvl="4" algn="ctr">
              <a:spcBef>
                <a:spcPts val="0"/>
              </a:spcBef>
              <a:spcAft>
                <a:spcPts val="0"/>
              </a:spcAft>
              <a:buSzPts val="4500"/>
              <a:buFont typeface="Inter Tight"/>
              <a:buNone/>
              <a:defRPr sz="4500">
                <a:latin typeface="Inter Tight"/>
                <a:ea typeface="Inter Tight"/>
                <a:cs typeface="Inter Tight"/>
                <a:sym typeface="Inter Tight"/>
              </a:defRPr>
            </a:lvl5pPr>
            <a:lvl6pPr lvl="5" algn="ctr">
              <a:spcBef>
                <a:spcPts val="0"/>
              </a:spcBef>
              <a:spcAft>
                <a:spcPts val="0"/>
              </a:spcAft>
              <a:buSzPts val="4500"/>
              <a:buFont typeface="Inter Tight"/>
              <a:buNone/>
              <a:defRPr sz="4500">
                <a:latin typeface="Inter Tight"/>
                <a:ea typeface="Inter Tight"/>
                <a:cs typeface="Inter Tight"/>
                <a:sym typeface="Inter Tight"/>
              </a:defRPr>
            </a:lvl6pPr>
            <a:lvl7pPr lvl="6" algn="ctr">
              <a:spcBef>
                <a:spcPts val="0"/>
              </a:spcBef>
              <a:spcAft>
                <a:spcPts val="0"/>
              </a:spcAft>
              <a:buSzPts val="4500"/>
              <a:buFont typeface="Inter Tight"/>
              <a:buNone/>
              <a:defRPr sz="4500">
                <a:latin typeface="Inter Tight"/>
                <a:ea typeface="Inter Tight"/>
                <a:cs typeface="Inter Tight"/>
                <a:sym typeface="Inter Tight"/>
              </a:defRPr>
            </a:lvl7pPr>
            <a:lvl8pPr lvl="7" algn="ctr">
              <a:spcBef>
                <a:spcPts val="0"/>
              </a:spcBef>
              <a:spcAft>
                <a:spcPts val="0"/>
              </a:spcAft>
              <a:buSzPts val="4500"/>
              <a:buFont typeface="Inter Tight"/>
              <a:buNone/>
              <a:defRPr sz="4500">
                <a:latin typeface="Inter Tight"/>
                <a:ea typeface="Inter Tight"/>
                <a:cs typeface="Inter Tight"/>
                <a:sym typeface="Inter Tight"/>
              </a:defRPr>
            </a:lvl8pPr>
            <a:lvl9pPr lvl="8" algn="ctr">
              <a:spcBef>
                <a:spcPts val="0"/>
              </a:spcBef>
              <a:spcAft>
                <a:spcPts val="0"/>
              </a:spcAft>
              <a:buSzPts val="4500"/>
              <a:buFont typeface="Inter Tight"/>
              <a:buNone/>
              <a:defRPr sz="4500">
                <a:latin typeface="Inter Tight"/>
                <a:ea typeface="Inter Tight"/>
                <a:cs typeface="Inter Tight"/>
                <a:sym typeface="Inter Tight"/>
              </a:defRPr>
            </a:lvl9pPr>
          </a:lstStyle>
          <a:p>
            <a:endParaRPr/>
          </a:p>
        </p:txBody>
      </p:sp>
      <p:sp>
        <p:nvSpPr>
          <p:cNvPr id="160" name="Google Shape;160;h19034d514f5d6f97_0_1934"/>
          <p:cNvSpPr txBox="1">
            <a:spLocks noGrp="1"/>
          </p:cNvSpPr>
          <p:nvPr>
            <p:ph type="subTitle" idx="1"/>
          </p:nvPr>
        </p:nvSpPr>
        <p:spPr>
          <a:xfrm>
            <a:off x="688725" y="3020300"/>
            <a:ext cx="7503000" cy="792600"/>
          </a:xfrm>
          <a:prstGeom prst="rect">
            <a:avLst/>
          </a:prstGeom>
        </p:spPr>
        <p:txBody>
          <a:bodyPr spcFirstLastPara="1" wrap="square" lIns="91425" tIns="91425" rIns="91425" bIns="91425" anchor="ctr" anchorCtr="0">
            <a:normAutofit/>
          </a:bodyPr>
          <a:lstStyle>
            <a:lvl1pPr lvl="0" algn="ctr">
              <a:lnSpc>
                <a:spcPct val="100000"/>
              </a:lnSpc>
              <a:spcBef>
                <a:spcPts val="0"/>
              </a:spcBef>
              <a:spcAft>
                <a:spcPts val="0"/>
              </a:spcAft>
              <a:buSzPts val="2000"/>
              <a:buFont typeface="Momo Trust Sans"/>
              <a:buNone/>
              <a:defRPr sz="2000">
                <a:latin typeface="Momo Trust Sans"/>
                <a:ea typeface="Momo Trust Sans"/>
                <a:cs typeface="Momo Trust Sans"/>
                <a:sym typeface="Momo Trust Sans"/>
              </a:defRPr>
            </a:lvl1pPr>
            <a:lvl2pPr lvl="1" algn="ctr">
              <a:lnSpc>
                <a:spcPct val="100000"/>
              </a:lnSpc>
              <a:spcBef>
                <a:spcPts val="0"/>
              </a:spcBef>
              <a:spcAft>
                <a:spcPts val="0"/>
              </a:spcAft>
              <a:buSzPts val="2300"/>
              <a:buNone/>
              <a:defRPr sz="2300"/>
            </a:lvl2pPr>
            <a:lvl3pPr lvl="2" algn="ctr">
              <a:lnSpc>
                <a:spcPct val="100000"/>
              </a:lnSpc>
              <a:spcBef>
                <a:spcPts val="0"/>
              </a:spcBef>
              <a:spcAft>
                <a:spcPts val="0"/>
              </a:spcAft>
              <a:buSzPts val="2300"/>
              <a:buNone/>
              <a:defRPr sz="2300"/>
            </a:lvl3pPr>
            <a:lvl4pPr lvl="3" algn="ctr">
              <a:lnSpc>
                <a:spcPct val="100000"/>
              </a:lnSpc>
              <a:spcBef>
                <a:spcPts val="0"/>
              </a:spcBef>
              <a:spcAft>
                <a:spcPts val="0"/>
              </a:spcAft>
              <a:buSzPts val="2300"/>
              <a:buNone/>
              <a:defRPr sz="2300"/>
            </a:lvl4pPr>
            <a:lvl5pPr lvl="4" algn="ctr">
              <a:lnSpc>
                <a:spcPct val="100000"/>
              </a:lnSpc>
              <a:spcBef>
                <a:spcPts val="0"/>
              </a:spcBef>
              <a:spcAft>
                <a:spcPts val="0"/>
              </a:spcAft>
              <a:buSzPts val="2300"/>
              <a:buNone/>
              <a:defRPr sz="2300"/>
            </a:lvl5pPr>
            <a:lvl6pPr lvl="5" algn="ctr">
              <a:lnSpc>
                <a:spcPct val="100000"/>
              </a:lnSpc>
              <a:spcBef>
                <a:spcPts val="0"/>
              </a:spcBef>
              <a:spcAft>
                <a:spcPts val="0"/>
              </a:spcAft>
              <a:buSzPts val="2300"/>
              <a:buNone/>
              <a:defRPr sz="2300"/>
            </a:lvl6pPr>
            <a:lvl7pPr lvl="6" algn="ctr">
              <a:lnSpc>
                <a:spcPct val="100000"/>
              </a:lnSpc>
              <a:spcBef>
                <a:spcPts val="0"/>
              </a:spcBef>
              <a:spcAft>
                <a:spcPts val="0"/>
              </a:spcAft>
              <a:buSzPts val="2300"/>
              <a:buNone/>
              <a:defRPr sz="2300"/>
            </a:lvl7pPr>
            <a:lvl8pPr lvl="7" algn="ctr">
              <a:lnSpc>
                <a:spcPct val="100000"/>
              </a:lnSpc>
              <a:spcBef>
                <a:spcPts val="0"/>
              </a:spcBef>
              <a:spcAft>
                <a:spcPts val="0"/>
              </a:spcAft>
              <a:buSzPts val="2300"/>
              <a:buNone/>
              <a:defRPr sz="2300"/>
            </a:lvl8pPr>
            <a:lvl9pPr lvl="8" algn="ctr">
              <a:lnSpc>
                <a:spcPct val="100000"/>
              </a:lnSpc>
              <a:spcBef>
                <a:spcPts val="0"/>
              </a:spcBef>
              <a:spcAft>
                <a:spcPts val="0"/>
              </a:spcAft>
              <a:buSzPts val="2300"/>
              <a:buNone/>
              <a:defRPr sz="2300"/>
            </a:lvl9pPr>
          </a:lstStyle>
          <a:p>
            <a:endParaRPr/>
          </a:p>
        </p:txBody>
      </p:sp>
      <p:sp>
        <p:nvSpPr>
          <p:cNvPr id="161" name="Google Shape;161;h19034d514f5d6f97_0_193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
        <p:nvSpPr>
          <p:cNvPr id="162" name="Google Shape;162;h19034d514f5d6f97_0_1934"/>
          <p:cNvSpPr/>
          <p:nvPr/>
        </p:nvSpPr>
        <p:spPr>
          <a:xfrm>
            <a:off x="0" y="0"/>
            <a:ext cx="249300" cy="249300"/>
          </a:xfrm>
          <a:prstGeom prst="rect">
            <a:avLst/>
          </a:prstGeom>
          <a:solidFill>
            <a:srgbClr val="FFEFF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SemiBold"/>
              <a:ea typeface="Inter SemiBold"/>
              <a:cs typeface="Inter SemiBold"/>
              <a:sym typeface="Inter SemiBold"/>
            </a:endParaRPr>
          </a:p>
        </p:txBody>
      </p:sp>
    </p:spTree>
  </p:cSld>
  <p:clrMapOvr>
    <a:masterClrMapping/>
  </p:clrMapOvr>
  <p:extLst>
    <p:ext uri="{DCECCB84-F9BA-43D5-87BE-67443E8EF086}">
      <p15:sldGuideLst xmlns:p15="http://schemas.microsoft.com/office/powerpoint/2012/main">
        <p15:guide id="1" orient="horz" pos="1620">
          <p15:clr>
            <a:srgbClr val="E46962"/>
          </p15:clr>
        </p15:guide>
        <p15:guide id="2" pos="2880">
          <p15:clr>
            <a:srgbClr val="E46962"/>
          </p15:clr>
        </p15:guide>
        <p15:guide id="3" orient="horz" pos="157">
          <p15:clr>
            <a:srgbClr val="E46962"/>
          </p15:clr>
        </p15:guide>
        <p15:guide id="4" orient="horz" pos="3083">
          <p15:clr>
            <a:srgbClr val="E46962"/>
          </p15:clr>
        </p15:guide>
        <p15:guide id="5" pos="157">
          <p15:clr>
            <a:srgbClr val="E46962"/>
          </p15:clr>
        </p15:guide>
        <p15:guide id="6" pos="5603">
          <p15:clr>
            <a:srgbClr val="E46962"/>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163"/>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slideLayout" Target="../slideLayouts/slideLayout5.xml"/><Relationship Id="rId3" Type="http://schemas.openxmlformats.org/officeDocument/2006/relationships/slideLayout" Target="../slideLayouts/slideLayout6.xml"/><Relationship Id="rId4" Type="http://schemas.openxmlformats.org/officeDocument/2006/relationships/slideLayout" Target="../slideLayouts/slideLayout7.xml"/><Relationship Id="rId5" Type="http://schemas.openxmlformats.org/officeDocument/2006/relationships/slideLayout" Target="../slideLayouts/slideLayout8.xml"/><Relationship Id="rId6" Type="http://schemas.openxmlformats.org/officeDocument/2006/relationships/slideLayout" Target="../slideLayouts/slideLayout9.xml"/><Relationship Id="rId7" Type="http://schemas.openxmlformats.org/officeDocument/2006/relationships/slideLayout" Target="../slideLayouts/slideLayout10.xml"/><Relationship Id="rId8" Type="http://schemas.openxmlformats.org/officeDocument/2006/relationships/slideLayout" Target="../slideLayouts/slideLayout11.xml"/><Relationship Id="rId9" Type="http://schemas.openxmlformats.org/officeDocument/2006/relationships/slideLayout" Target="../slideLayouts/slideLayout12.xml"/><Relationship Id="rId10" Type="http://schemas.openxmlformats.org/officeDocument/2006/relationships/slideLayout" Target="../slideLayouts/slideLayout13.xml"/><Relationship Id="rId11" Type="http://schemas.openxmlformats.org/officeDocument/2006/relationships/slideLayout" Target="../slideLayouts/slideLayout14.xml"/><Relationship Id="rId12" Type="http://schemas.openxmlformats.org/officeDocument/2006/relationships/slideLayout" Target="../slideLayouts/slideLayout15.xml"/><Relationship Id="rId13" Type="http://schemas.openxmlformats.org/officeDocument/2006/relationships/slideLayout" Target="../slideLayouts/slideLayout16.xml"/><Relationship Id="rId14" Type="http://schemas.openxmlformats.org/officeDocument/2006/relationships/slideLayout" Target="../slideLayouts/slideLayout17.xml"/><Relationship Id="rId15" Type="http://schemas.openxmlformats.org/officeDocument/2006/relationships/slideLayout" Target="../slideLayouts/slideLayout18.xml"/><Relationship Id="rId16" Type="http://schemas.openxmlformats.org/officeDocument/2006/relationships/slideLayout" Target="../slideLayouts/slideLayout19.xml"/><Relationship Id="rId17" Type="http://schemas.openxmlformats.org/officeDocument/2006/relationships/slideLayout" Target="../slideLayouts/slideLayout20.xml"/><Relationship Id="rId18" Type="http://schemas.openxmlformats.org/officeDocument/2006/relationships/slideLayout" Target="../slideLayouts/slideLayout21.xml"/><Relationship Id="rId19" Type="http://schemas.openxmlformats.org/officeDocument/2006/relationships/slideLayout" Target="../slideLayouts/slideLayout22.xml"/><Relationship Id="rId20" Type="http://schemas.openxmlformats.org/officeDocument/2006/relationships/slideLayout" Target="../slideLayouts/slideLayout23.xml"/><Relationship Id="rId21" Type="http://schemas.openxmlformats.org/officeDocument/2006/relationships/slideLayout" Target="../slideLayouts/slideLayout24.xml"/><Relationship Id="rId22" Type="http://schemas.openxmlformats.org/officeDocument/2006/relationships/slideLayout" Target="../slideLayouts/slideLayout25.xml"/><Relationship Id="rId23" Type="http://schemas.openxmlformats.org/officeDocument/2006/relationships/slideLayout" Target="../slideLayouts/slideLayout26.xml"/><Relationship Id="rId24" Type="http://schemas.openxmlformats.org/officeDocument/2006/relationships/slideLayout" Target="../slideLayouts/slideLayout27.xml"/><Relationship Id="rId25" Type="http://schemas.openxmlformats.org/officeDocument/2006/relationships/slideLayout" Target="../slideLayouts/slideLayout28.xml"/><Relationship Id="rId26" Type="http://schemas.openxmlformats.org/officeDocument/2006/relationships/slideLayout" Target="../slideLayouts/slideLayout29.xml"/><Relationship Id="rId27" Type="http://schemas.openxmlformats.org/officeDocument/2006/relationships/slideLayout" Target="../slideLayouts/slideLayout30.xml"/><Relationship Id="rId28" Type="http://schemas.openxmlformats.org/officeDocument/2006/relationships/slideLayout" Target="../slideLayouts/slideLayout31.xml"/><Relationship Id="rId29" Type="http://schemas.openxmlformats.org/officeDocument/2006/relationships/slideLayout" Target="../slideLayouts/slideLayout32.xml"/><Relationship Id="rId30" Type="http://schemas.openxmlformats.org/officeDocument/2006/relationships/slideLayout" Target="../slideLayouts/slideLayout33.xml"/><Relationship Id="rId31" Type="http://schemas.openxmlformats.org/officeDocument/2006/relationships/slideLayout" Target="../slideLayouts/slideLayout34.xml"/><Relationship Id="rId32" Type="http://schemas.openxmlformats.org/officeDocument/2006/relationships/slideLayout" Target="../slideLayouts/slideLayout35.xml"/><Relationship Id="rId33" Type="http://schemas.openxmlformats.org/officeDocument/2006/relationships/slideLayout" Target="../slideLayouts/slideLayout36.xml"/><Relationship Id="rId34" Type="http://schemas.openxmlformats.org/officeDocument/2006/relationships/slideLayout" Target="../slideLayouts/slideLayout37.xml"/><Relationship Id="rId35" Type="http://schemas.openxmlformats.org/officeDocument/2006/relationships/slideLayout" Target="../slideLayouts/slideLayout38.xml"/><Relationship Id="rId36" Type="http://schemas.openxmlformats.org/officeDocument/2006/relationships/slideLayout" Target="../slideLayouts/slideLayout39.xml"/><Relationship Id="rId37" Type="http://schemas.openxmlformats.org/officeDocument/2006/relationships/slideLayout" Target="../slideLayouts/slideLayout40.xml"/><Relationship Id="rId38" Type="http://schemas.openxmlformats.org/officeDocument/2006/relationships/slideLayout" Target="../slideLayouts/slideLayout41.xml"/><Relationship Id="rId39" Type="http://schemas.openxmlformats.org/officeDocument/2006/relationships/slideLayout" Target="../slideLayouts/slideLayout42.xml"/><Relationship Id="rId40" Type="http://schemas.openxmlformats.org/officeDocument/2006/relationships/slideLayout" Target="../slideLayouts/slideLayout43.xml"/><Relationship Id="rId41" Type="http://schemas.openxmlformats.org/officeDocument/2006/relationships/slideLayout" Target="../slideLayouts/slideLayout44.xml"/><Relationship Id="rId42" Type="http://schemas.openxmlformats.org/officeDocument/2006/relationships/slideLayout" Target="../slideLayouts/slideLayout45.xml"/><Relationship Id="rId43" Type="http://schemas.openxmlformats.org/officeDocument/2006/relationships/slideLayout" Target="../slideLayouts/slideLayout46.xml"/><Relationship Id="rId44" Type="http://schemas.openxmlformats.org/officeDocument/2006/relationships/slideLayout" Target="../slideLayouts/slideLayout47.xml"/><Relationship Id="rId45"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Shape 9"/>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15"/>
        <p:cNvGrpSpPr/>
        <p:nvPr/>
      </p:nvGrpSpPr>
      <p:grpSpPr>
        <a:xfrm>
          <a:off x="0" y="0"/>
          <a:ext cx="0" cy="0"/>
          <a:chOff x="0" y="0"/>
          <a:chExt cx="0" cy="0"/>
        </a:xfrm>
      </p:grpSpPr>
      <p:sp>
        <p:nvSpPr>
          <p:cNvPr id="16" name="Google Shape;16;h19034d514f5d6f97_0_179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Font typeface="Momo Trust Display"/>
              <a:buNone/>
              <a:defRPr sz="2800">
                <a:solidFill>
                  <a:schemeClr val="dk1"/>
                </a:solidFill>
                <a:latin typeface="Momo Trust Display"/>
                <a:ea typeface="Momo Trust Display"/>
                <a:cs typeface="Momo Trust Display"/>
                <a:sym typeface="Momo Trust Display"/>
              </a:defRPr>
            </a:lvl1pPr>
            <a:lvl2pPr lvl="1">
              <a:spcBef>
                <a:spcPts val="0"/>
              </a:spcBef>
              <a:spcAft>
                <a:spcPts val="0"/>
              </a:spcAft>
              <a:buClr>
                <a:schemeClr val="dk1"/>
              </a:buClr>
              <a:buSzPts val="2800"/>
              <a:buFont typeface="Momo Trust Sans"/>
              <a:buNone/>
              <a:defRPr sz="2800">
                <a:solidFill>
                  <a:schemeClr val="dk1"/>
                </a:solidFill>
                <a:latin typeface="Momo Trust Sans"/>
                <a:ea typeface="Momo Trust Sans"/>
                <a:cs typeface="Momo Trust Sans"/>
                <a:sym typeface="Momo Trust Sans"/>
              </a:defRPr>
            </a:lvl2pPr>
            <a:lvl3pPr lvl="2">
              <a:spcBef>
                <a:spcPts val="0"/>
              </a:spcBef>
              <a:spcAft>
                <a:spcPts val="0"/>
              </a:spcAft>
              <a:buClr>
                <a:schemeClr val="dk1"/>
              </a:buClr>
              <a:buSzPts val="2800"/>
              <a:buFont typeface="Momo Trust Sans"/>
              <a:buNone/>
              <a:defRPr sz="2800">
                <a:solidFill>
                  <a:schemeClr val="dk1"/>
                </a:solidFill>
                <a:latin typeface="Momo Trust Sans"/>
                <a:ea typeface="Momo Trust Sans"/>
                <a:cs typeface="Momo Trust Sans"/>
                <a:sym typeface="Momo Trust Sans"/>
              </a:defRPr>
            </a:lvl3pPr>
            <a:lvl4pPr lvl="3">
              <a:spcBef>
                <a:spcPts val="0"/>
              </a:spcBef>
              <a:spcAft>
                <a:spcPts val="0"/>
              </a:spcAft>
              <a:buClr>
                <a:schemeClr val="dk1"/>
              </a:buClr>
              <a:buSzPts val="2800"/>
              <a:buFont typeface="Momo Trust Sans"/>
              <a:buNone/>
              <a:defRPr sz="2800">
                <a:solidFill>
                  <a:schemeClr val="dk1"/>
                </a:solidFill>
                <a:latin typeface="Momo Trust Sans"/>
                <a:ea typeface="Momo Trust Sans"/>
                <a:cs typeface="Momo Trust Sans"/>
                <a:sym typeface="Momo Trust Sans"/>
              </a:defRPr>
            </a:lvl4pPr>
            <a:lvl5pPr lvl="4">
              <a:spcBef>
                <a:spcPts val="0"/>
              </a:spcBef>
              <a:spcAft>
                <a:spcPts val="0"/>
              </a:spcAft>
              <a:buClr>
                <a:schemeClr val="dk1"/>
              </a:buClr>
              <a:buSzPts val="2800"/>
              <a:buFont typeface="Momo Trust Sans"/>
              <a:buNone/>
              <a:defRPr sz="2800">
                <a:solidFill>
                  <a:schemeClr val="dk1"/>
                </a:solidFill>
                <a:latin typeface="Momo Trust Sans"/>
                <a:ea typeface="Momo Trust Sans"/>
                <a:cs typeface="Momo Trust Sans"/>
                <a:sym typeface="Momo Trust Sans"/>
              </a:defRPr>
            </a:lvl5pPr>
            <a:lvl6pPr lvl="5">
              <a:spcBef>
                <a:spcPts val="0"/>
              </a:spcBef>
              <a:spcAft>
                <a:spcPts val="0"/>
              </a:spcAft>
              <a:buClr>
                <a:schemeClr val="dk1"/>
              </a:buClr>
              <a:buSzPts val="2800"/>
              <a:buFont typeface="Momo Trust Sans"/>
              <a:buNone/>
              <a:defRPr sz="2800">
                <a:solidFill>
                  <a:schemeClr val="dk1"/>
                </a:solidFill>
                <a:latin typeface="Momo Trust Sans"/>
                <a:ea typeface="Momo Trust Sans"/>
                <a:cs typeface="Momo Trust Sans"/>
                <a:sym typeface="Momo Trust Sans"/>
              </a:defRPr>
            </a:lvl6pPr>
            <a:lvl7pPr lvl="6">
              <a:spcBef>
                <a:spcPts val="0"/>
              </a:spcBef>
              <a:spcAft>
                <a:spcPts val="0"/>
              </a:spcAft>
              <a:buClr>
                <a:schemeClr val="dk1"/>
              </a:buClr>
              <a:buSzPts val="2800"/>
              <a:buFont typeface="Momo Trust Sans"/>
              <a:buNone/>
              <a:defRPr sz="2800">
                <a:solidFill>
                  <a:schemeClr val="dk1"/>
                </a:solidFill>
                <a:latin typeface="Momo Trust Sans"/>
                <a:ea typeface="Momo Trust Sans"/>
                <a:cs typeface="Momo Trust Sans"/>
                <a:sym typeface="Momo Trust Sans"/>
              </a:defRPr>
            </a:lvl7pPr>
            <a:lvl8pPr lvl="7">
              <a:spcBef>
                <a:spcPts val="0"/>
              </a:spcBef>
              <a:spcAft>
                <a:spcPts val="0"/>
              </a:spcAft>
              <a:buClr>
                <a:schemeClr val="dk1"/>
              </a:buClr>
              <a:buSzPts val="2800"/>
              <a:buFont typeface="Momo Trust Sans"/>
              <a:buNone/>
              <a:defRPr sz="2800">
                <a:solidFill>
                  <a:schemeClr val="dk1"/>
                </a:solidFill>
                <a:latin typeface="Momo Trust Sans"/>
                <a:ea typeface="Momo Trust Sans"/>
                <a:cs typeface="Momo Trust Sans"/>
                <a:sym typeface="Momo Trust Sans"/>
              </a:defRPr>
            </a:lvl8pPr>
            <a:lvl9pPr lvl="8">
              <a:spcBef>
                <a:spcPts val="0"/>
              </a:spcBef>
              <a:spcAft>
                <a:spcPts val="0"/>
              </a:spcAft>
              <a:buClr>
                <a:schemeClr val="dk1"/>
              </a:buClr>
              <a:buSzPts val="2800"/>
              <a:buFont typeface="Momo Trust Sans"/>
              <a:buNone/>
              <a:defRPr sz="2800">
                <a:solidFill>
                  <a:schemeClr val="dk1"/>
                </a:solidFill>
                <a:latin typeface="Momo Trust Sans"/>
                <a:ea typeface="Momo Trust Sans"/>
                <a:cs typeface="Momo Trust Sans"/>
                <a:sym typeface="Momo Trust Sans"/>
              </a:defRPr>
            </a:lvl9pPr>
          </a:lstStyle>
          <a:p>
            <a:endParaRPr/>
          </a:p>
        </p:txBody>
      </p:sp>
      <p:sp>
        <p:nvSpPr>
          <p:cNvPr id="17" name="Google Shape;17;h19034d514f5d6f97_0_179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36550">
              <a:lnSpc>
                <a:spcPct val="100000"/>
              </a:lnSpc>
              <a:spcBef>
                <a:spcPts val="0"/>
              </a:spcBef>
              <a:spcAft>
                <a:spcPts val="0"/>
              </a:spcAft>
              <a:buClr>
                <a:schemeClr val="dk1"/>
              </a:buClr>
              <a:buSzPts val="1700"/>
              <a:buFont typeface="Momo Trust Sans SemiBold"/>
              <a:buChar char="●"/>
              <a:defRPr sz="1700">
                <a:solidFill>
                  <a:schemeClr val="dk1"/>
                </a:solidFill>
                <a:latin typeface="Momo Trust Sans SemiBold"/>
                <a:ea typeface="Momo Trust Sans SemiBold"/>
                <a:cs typeface="Momo Trust Sans SemiBold"/>
                <a:sym typeface="Momo Trust Sans SemiBold"/>
              </a:defRPr>
            </a:lvl1pPr>
            <a:lvl2pPr marL="914400" lvl="1" indent="-311150">
              <a:lnSpc>
                <a:spcPct val="100000"/>
              </a:lnSpc>
              <a:spcBef>
                <a:spcPts val="0"/>
              </a:spcBef>
              <a:spcAft>
                <a:spcPts val="0"/>
              </a:spcAft>
              <a:buClr>
                <a:schemeClr val="dk1"/>
              </a:buClr>
              <a:buSzPts val="1300"/>
              <a:buFont typeface="Momo Trust Sans"/>
              <a:buChar char="○"/>
              <a:defRPr sz="1300">
                <a:solidFill>
                  <a:schemeClr val="dk1"/>
                </a:solidFill>
                <a:latin typeface="Momo Trust Sans"/>
                <a:ea typeface="Momo Trust Sans"/>
                <a:cs typeface="Momo Trust Sans"/>
                <a:sym typeface="Momo Trust Sans"/>
              </a:defRPr>
            </a:lvl2pPr>
            <a:lvl3pPr marL="1371600" lvl="2" indent="-311150">
              <a:lnSpc>
                <a:spcPct val="100000"/>
              </a:lnSpc>
              <a:spcBef>
                <a:spcPts val="0"/>
              </a:spcBef>
              <a:spcAft>
                <a:spcPts val="0"/>
              </a:spcAft>
              <a:buClr>
                <a:schemeClr val="dk1"/>
              </a:buClr>
              <a:buSzPts val="1300"/>
              <a:buFont typeface="Momo Trust Sans"/>
              <a:buChar char="■"/>
              <a:defRPr sz="1300">
                <a:solidFill>
                  <a:schemeClr val="dk1"/>
                </a:solidFill>
                <a:latin typeface="Momo Trust Sans"/>
                <a:ea typeface="Momo Trust Sans"/>
                <a:cs typeface="Momo Trust Sans"/>
                <a:sym typeface="Momo Trust Sans"/>
              </a:defRPr>
            </a:lvl3pPr>
            <a:lvl4pPr marL="1828800" lvl="3" indent="-311150">
              <a:lnSpc>
                <a:spcPct val="100000"/>
              </a:lnSpc>
              <a:spcBef>
                <a:spcPts val="0"/>
              </a:spcBef>
              <a:spcAft>
                <a:spcPts val="0"/>
              </a:spcAft>
              <a:buClr>
                <a:schemeClr val="dk1"/>
              </a:buClr>
              <a:buSzPts val="1300"/>
              <a:buFont typeface="Momo Trust Sans"/>
              <a:buChar char="●"/>
              <a:defRPr sz="1300">
                <a:solidFill>
                  <a:schemeClr val="dk1"/>
                </a:solidFill>
                <a:latin typeface="Momo Trust Sans"/>
                <a:ea typeface="Momo Trust Sans"/>
                <a:cs typeface="Momo Trust Sans"/>
                <a:sym typeface="Momo Trust Sans"/>
              </a:defRPr>
            </a:lvl4pPr>
            <a:lvl5pPr marL="2286000" lvl="4" indent="-311150">
              <a:lnSpc>
                <a:spcPct val="100000"/>
              </a:lnSpc>
              <a:spcBef>
                <a:spcPts val="0"/>
              </a:spcBef>
              <a:spcAft>
                <a:spcPts val="0"/>
              </a:spcAft>
              <a:buClr>
                <a:schemeClr val="dk1"/>
              </a:buClr>
              <a:buSzPts val="1300"/>
              <a:buFont typeface="Momo Trust Sans"/>
              <a:buChar char="○"/>
              <a:defRPr sz="1300">
                <a:solidFill>
                  <a:schemeClr val="dk1"/>
                </a:solidFill>
                <a:latin typeface="Momo Trust Sans"/>
                <a:ea typeface="Momo Trust Sans"/>
                <a:cs typeface="Momo Trust Sans"/>
                <a:sym typeface="Momo Trust Sans"/>
              </a:defRPr>
            </a:lvl5pPr>
            <a:lvl6pPr marL="2743200" lvl="5" indent="-311150">
              <a:lnSpc>
                <a:spcPct val="100000"/>
              </a:lnSpc>
              <a:spcBef>
                <a:spcPts val="0"/>
              </a:spcBef>
              <a:spcAft>
                <a:spcPts val="0"/>
              </a:spcAft>
              <a:buClr>
                <a:schemeClr val="dk1"/>
              </a:buClr>
              <a:buSzPts val="1300"/>
              <a:buFont typeface="Momo Trust Sans"/>
              <a:buChar char="■"/>
              <a:defRPr sz="1300">
                <a:solidFill>
                  <a:schemeClr val="dk1"/>
                </a:solidFill>
                <a:latin typeface="Momo Trust Sans"/>
                <a:ea typeface="Momo Trust Sans"/>
                <a:cs typeface="Momo Trust Sans"/>
                <a:sym typeface="Momo Trust Sans"/>
              </a:defRPr>
            </a:lvl6pPr>
            <a:lvl7pPr marL="3200400" lvl="6" indent="-311150">
              <a:lnSpc>
                <a:spcPct val="100000"/>
              </a:lnSpc>
              <a:spcBef>
                <a:spcPts val="0"/>
              </a:spcBef>
              <a:spcAft>
                <a:spcPts val="0"/>
              </a:spcAft>
              <a:buClr>
                <a:schemeClr val="dk1"/>
              </a:buClr>
              <a:buSzPts val="1300"/>
              <a:buFont typeface="Momo Trust Sans"/>
              <a:buChar char="●"/>
              <a:defRPr sz="1300">
                <a:solidFill>
                  <a:schemeClr val="dk1"/>
                </a:solidFill>
                <a:latin typeface="Momo Trust Sans"/>
                <a:ea typeface="Momo Trust Sans"/>
                <a:cs typeface="Momo Trust Sans"/>
                <a:sym typeface="Momo Trust Sans"/>
              </a:defRPr>
            </a:lvl7pPr>
            <a:lvl8pPr marL="3657600" lvl="7" indent="-311150">
              <a:lnSpc>
                <a:spcPct val="100000"/>
              </a:lnSpc>
              <a:spcBef>
                <a:spcPts val="0"/>
              </a:spcBef>
              <a:spcAft>
                <a:spcPts val="0"/>
              </a:spcAft>
              <a:buClr>
                <a:schemeClr val="dk1"/>
              </a:buClr>
              <a:buSzPts val="1300"/>
              <a:buFont typeface="Momo Trust Sans"/>
              <a:buChar char="○"/>
              <a:defRPr sz="1300">
                <a:solidFill>
                  <a:schemeClr val="dk1"/>
                </a:solidFill>
                <a:latin typeface="Momo Trust Sans"/>
                <a:ea typeface="Momo Trust Sans"/>
                <a:cs typeface="Momo Trust Sans"/>
                <a:sym typeface="Momo Trust Sans"/>
              </a:defRPr>
            </a:lvl8pPr>
            <a:lvl9pPr marL="4114800" lvl="8" indent="-311150">
              <a:lnSpc>
                <a:spcPct val="100000"/>
              </a:lnSpc>
              <a:spcBef>
                <a:spcPts val="0"/>
              </a:spcBef>
              <a:spcAft>
                <a:spcPts val="0"/>
              </a:spcAft>
              <a:buClr>
                <a:schemeClr val="dk1"/>
              </a:buClr>
              <a:buSzPts val="1300"/>
              <a:buFont typeface="Momo Trust Sans"/>
              <a:buChar char="■"/>
              <a:defRPr sz="1300">
                <a:solidFill>
                  <a:schemeClr val="dk1"/>
                </a:solidFill>
                <a:latin typeface="Momo Trust Sans"/>
                <a:ea typeface="Momo Trust Sans"/>
                <a:cs typeface="Momo Trust Sans"/>
                <a:sym typeface="Momo Trust Sans"/>
              </a:defRPr>
            </a:lvl9pPr>
          </a:lstStyle>
          <a:p>
            <a:endParaRPr/>
          </a:p>
        </p:txBody>
      </p:sp>
      <p:sp>
        <p:nvSpPr>
          <p:cNvPr id="18" name="Google Shape;18;h19034d514f5d6f97_0_179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3" r:id="rId1"/>
    <p:sldLayoutId id="2147483654" r:id="rId2"/>
    <p:sldLayoutId id="2147483655" r:id="rId3"/>
    <p:sldLayoutId id="2147483656" r:id="rId4"/>
    <p:sldLayoutId id="2147483657" r:id="rId5"/>
    <p:sldLayoutId id="2147483658" r:id="rId6"/>
    <p:sldLayoutId id="2147483659" r:id="rId7"/>
    <p:sldLayoutId id="2147483660" r:id="rId8"/>
    <p:sldLayoutId id="2147483661" r:id="rId9"/>
    <p:sldLayoutId id="2147483662" r:id="rId10"/>
    <p:sldLayoutId id="2147483663" r:id="rId11"/>
    <p:sldLayoutId id="2147483664" r:id="rId12"/>
    <p:sldLayoutId id="2147483665" r:id="rId13"/>
    <p:sldLayoutId id="2147483666" r:id="rId14"/>
    <p:sldLayoutId id="2147483667" r:id="rId15"/>
    <p:sldLayoutId id="2147483668" r:id="rId16"/>
    <p:sldLayoutId id="2147483669" r:id="rId17"/>
    <p:sldLayoutId id="2147483670" r:id="rId18"/>
    <p:sldLayoutId id="2147483671" r:id="rId19"/>
    <p:sldLayoutId id="2147483672" r:id="rId20"/>
    <p:sldLayoutId id="2147483673" r:id="rId21"/>
    <p:sldLayoutId id="2147483674" r:id="rId22"/>
    <p:sldLayoutId id="2147483675" r:id="rId23"/>
    <p:sldLayoutId id="2147483676" r:id="rId24"/>
    <p:sldLayoutId id="2147483677" r:id="rId25"/>
    <p:sldLayoutId id="2147483678" r:id="rId26"/>
    <p:sldLayoutId id="2147483679" r:id="rId27"/>
    <p:sldLayoutId id="2147483680" r:id="rId28"/>
    <p:sldLayoutId id="2147483681" r:id="rId29"/>
    <p:sldLayoutId id="2147483682" r:id="rId30"/>
    <p:sldLayoutId id="2147483683" r:id="rId31"/>
    <p:sldLayoutId id="2147483684" r:id="rId32"/>
    <p:sldLayoutId id="2147483685" r:id="rId33"/>
    <p:sldLayoutId id="2147483686" r:id="rId34"/>
    <p:sldLayoutId id="2147483687" r:id="rId35"/>
    <p:sldLayoutId id="2147483688" r:id="rId36"/>
    <p:sldLayoutId id="2147483689" r:id="rId37"/>
    <p:sldLayoutId id="2147483690" r:id="rId38"/>
    <p:sldLayoutId id="2147483691" r:id="rId39"/>
    <p:sldLayoutId id="2147483692" r:id="rId40"/>
    <p:sldLayoutId id="2147483693" r:id="rId41"/>
    <p:sldLayoutId id="2147483694" r:id="rId42"/>
    <p:sldLayoutId id="2147483695" r:id="rId43"/>
    <p:sldLayoutId id="2147483696" r:id="rId4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EFF4"/>
        </a:solidFill>
        <a:effectLst/>
      </p:bgPr>
    </p:bg>
    <p:spTree>
      <p:nvGrpSpPr>
        <p:cNvPr id="1" name="Shape 303"/>
        <p:cNvGrpSpPr/>
        <p:nvPr/>
      </p:nvGrpSpPr>
      <p:grpSpPr>
        <a:xfrm>
          <a:off x="0" y="0"/>
          <a:ext cx="0" cy="0"/>
          <a:chOff x="0" y="0"/>
          <a:chExt cx="0" cy="0"/>
        </a:xfrm>
      </p:grpSpPr>
      <p:sp>
        <p:nvSpPr>
          <p:cNvPr id="304" name="Google Shape;304;p1"/>
          <p:cNvSpPr/>
          <p:nvPr/>
        </p:nvSpPr>
        <p:spPr>
          <a:xfrm>
            <a:off x="476475" y="611588"/>
            <a:ext cx="8046600" cy="1079100"/>
          </a:xfrm>
          <a:prstGeom prst="rect">
            <a:avLst/>
          </a:prstGeom>
          <a:noFill/>
          <a:ln>
            <a:noFill/>
          </a:ln>
        </p:spPr>
        <p:txBody>
          <a:bodyPr spcFirstLastPara="1" wrap="square" lIns="0" tIns="0" rIns="0" bIns="0" anchor="ctr" anchorCtr="0">
            <a:noAutofit/>
          </a:bodyPr>
          <a:lstStyle/>
          <a:p>
            <a:pPr>
              <a:defRPr sz="2800" b="1">
                <a:solidFill>
                  <a:srgbClr val="1C171A"/>
                </a:solidFill>
              </a:defRPr>
            </a:pPr>
            <a:r>
              <a:t>Web Platform — Báo Cáo Tháng 10/2026</a:t>
            </a:r>
          </a:p>
        </p:txBody>
      </p:sp>
      <p:sp>
        <p:nvSpPr>
          <p:cNvPr id="305" name="Google Shape;305;p1"/>
          <p:cNvSpPr/>
          <p:nvPr/>
        </p:nvSpPr>
        <p:spPr>
          <a:xfrm>
            <a:off x="476465" y="1791225"/>
            <a:ext cx="8046600" cy="365700"/>
          </a:xfrm>
          <a:prstGeom prst="rect">
            <a:avLst/>
          </a:prstGeom>
          <a:noFill/>
          <a:ln>
            <a:noFill/>
          </a:ln>
        </p:spPr>
        <p:txBody>
          <a:bodyPr spcFirstLastPara="1" wrap="square" lIns="0" tIns="0" rIns="0" bIns="0" anchor="ctr" anchorCtr="0">
            <a:noAutofit/>
          </a:bodyPr>
          <a:lstStyle/>
          <a:p>
            <a:pPr>
              <a:defRPr sz="1300">
                <a:solidFill>
                  <a:srgbClr val="5C5060"/>
                </a:solidFill>
              </a:defRPr>
            </a:pPr>
            <a:r>
              <a:t>Report để cung cấp thông tin  •  Meeting để thảo luận và ra quyết định</a:t>
            </a:r>
          </a:p>
        </p:txBody>
      </p:sp>
      <p:sp>
        <p:nvSpPr>
          <p:cNvPr id="306" name="Google Shape;306;p1"/>
          <p:cNvSpPr/>
          <p:nvPr/>
        </p:nvSpPr>
        <p:spPr>
          <a:xfrm>
            <a:off x="476465" y="2522745"/>
            <a:ext cx="347400" cy="347400"/>
          </a:xfrm>
          <a:prstGeom prst="ellipse">
            <a:avLst/>
          </a:prstGeom>
          <a:solidFill>
            <a:srgbClr val="A50064"/>
          </a:solidFill>
          <a:ln w="12700" cap="flat" cmpd="sng">
            <a:solidFill>
              <a:srgbClr val="A5006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 name="Google Shape;307;p1"/>
          <p:cNvSpPr/>
          <p:nvPr/>
        </p:nvSpPr>
        <p:spPr>
          <a:xfrm>
            <a:off x="476465" y="2522745"/>
            <a:ext cx="347400" cy="3474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300"/>
              <a:buFont typeface="Calibri"/>
              <a:buNone/>
            </a:pPr>
            <a:r>
              <a:rPr lang="en-US" sz="1300" b="1" i="0" u="none" strike="noStrike" cap="none">
                <a:solidFill>
                  <a:srgbClr val="FFFFFF"/>
                </a:solidFill>
                <a:latin typeface="Calibri"/>
                <a:ea typeface="Calibri"/>
                <a:cs typeface="Calibri"/>
                <a:sym typeface="Calibri"/>
              </a:rPr>
              <a:t>R</a:t>
            </a:r>
            <a:endParaRPr sz="1300" b="0" i="0" u="none" strike="noStrike" cap="none">
              <a:solidFill>
                <a:schemeClr val="dk1"/>
              </a:solidFill>
              <a:latin typeface="Calibri"/>
              <a:ea typeface="Calibri"/>
              <a:cs typeface="Calibri"/>
              <a:sym typeface="Calibri"/>
            </a:endParaRPr>
          </a:p>
        </p:txBody>
      </p:sp>
      <p:sp>
        <p:nvSpPr>
          <p:cNvPr id="308" name="Google Shape;308;p1"/>
          <p:cNvSpPr/>
          <p:nvPr/>
        </p:nvSpPr>
        <p:spPr>
          <a:xfrm>
            <a:off x="979385" y="2522745"/>
            <a:ext cx="7315200" cy="347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1300"/>
              <a:buFont typeface="Calibri"/>
              <a:buNone/>
            </a:pPr>
            <a:r>
              <a:rPr lang="en-US" sz="1300" b="1" i="0" u="none" strike="noStrike" cap="none">
                <a:solidFill>
                  <a:srgbClr val="000000"/>
                </a:solidFill>
                <a:latin typeface="Calibri"/>
                <a:ea typeface="Calibri"/>
                <a:cs typeface="Calibri"/>
                <a:sym typeface="Calibri"/>
              </a:rPr>
              <a:t>Reporting  </a:t>
            </a:r>
            <a:r>
              <a:rPr lang="en-US" sz="1300" b="0" i="0" u="none" strike="noStrike" cap="none">
                <a:solidFill>
                  <a:srgbClr val="000000"/>
                </a:solidFill>
                <a:latin typeface="Calibri"/>
                <a:ea typeface="Calibri"/>
                <a:cs typeface="Calibri"/>
                <a:sym typeface="Calibri"/>
              </a:rPr>
              <a:t>Pre-read, không trình bày lại trong họp</a:t>
            </a:r>
            <a:endParaRPr sz="1300" b="0" i="0" u="none" strike="noStrike" cap="none">
              <a:solidFill>
                <a:schemeClr val="dk1"/>
              </a:solidFill>
              <a:latin typeface="Calibri"/>
              <a:ea typeface="Calibri"/>
              <a:cs typeface="Calibri"/>
              <a:sym typeface="Calibri"/>
            </a:endParaRPr>
          </a:p>
        </p:txBody>
      </p:sp>
      <p:sp>
        <p:nvSpPr>
          <p:cNvPr id="309" name="Google Shape;309;p1"/>
          <p:cNvSpPr/>
          <p:nvPr/>
        </p:nvSpPr>
        <p:spPr>
          <a:xfrm>
            <a:off x="476465" y="2979945"/>
            <a:ext cx="347400" cy="347400"/>
          </a:xfrm>
          <a:prstGeom prst="ellipse">
            <a:avLst/>
          </a:prstGeom>
          <a:solidFill>
            <a:srgbClr val="A50064"/>
          </a:solidFill>
          <a:ln w="12700" cap="flat" cmpd="sng">
            <a:solidFill>
              <a:srgbClr val="A5006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 name="Google Shape;310;p1"/>
          <p:cNvSpPr/>
          <p:nvPr/>
        </p:nvSpPr>
        <p:spPr>
          <a:xfrm>
            <a:off x="476465" y="2979945"/>
            <a:ext cx="347400" cy="3474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300"/>
              <a:buFont typeface="Calibri"/>
              <a:buNone/>
            </a:pPr>
            <a:r>
              <a:rPr lang="en-US" sz="1300" b="1" i="0" u="none" strike="noStrike" cap="none">
                <a:solidFill>
                  <a:srgbClr val="FFFFFF"/>
                </a:solidFill>
                <a:latin typeface="Calibri"/>
                <a:ea typeface="Calibri"/>
                <a:cs typeface="Calibri"/>
                <a:sym typeface="Calibri"/>
              </a:rPr>
              <a:t>D</a:t>
            </a:r>
            <a:endParaRPr sz="1300" b="0" i="0" u="none" strike="noStrike" cap="none">
              <a:solidFill>
                <a:schemeClr val="dk1"/>
              </a:solidFill>
              <a:latin typeface="Calibri"/>
              <a:ea typeface="Calibri"/>
              <a:cs typeface="Calibri"/>
              <a:sym typeface="Calibri"/>
            </a:endParaRPr>
          </a:p>
        </p:txBody>
      </p:sp>
      <p:sp>
        <p:nvSpPr>
          <p:cNvPr id="311" name="Google Shape;311;p1"/>
          <p:cNvSpPr/>
          <p:nvPr/>
        </p:nvSpPr>
        <p:spPr>
          <a:xfrm>
            <a:off x="979385" y="2979945"/>
            <a:ext cx="7315200" cy="347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1300"/>
              <a:buFont typeface="Calibri"/>
              <a:buNone/>
            </a:pPr>
            <a:r>
              <a:rPr lang="en-US" sz="1300" b="1" i="0" u="none" strike="noStrike" cap="none">
                <a:solidFill>
                  <a:srgbClr val="000000"/>
                </a:solidFill>
                <a:latin typeface="Calibri"/>
                <a:ea typeface="Calibri"/>
                <a:cs typeface="Calibri"/>
                <a:sym typeface="Calibri"/>
              </a:rPr>
              <a:t>Discussion  </a:t>
            </a:r>
            <a:r>
              <a:rPr lang="en-US" sz="1300" b="0" i="0" u="none" strike="noStrike" cap="none">
                <a:solidFill>
                  <a:srgbClr val="000000"/>
                </a:solidFill>
                <a:latin typeface="Calibri"/>
                <a:ea typeface="Calibri"/>
                <a:cs typeface="Calibri"/>
                <a:sym typeface="Calibri"/>
              </a:rPr>
              <a:t>Cần thảo luận / alignment / quyết định — nội dung chính của họp</a:t>
            </a:r>
            <a:endParaRPr sz="1300" b="0" i="0" u="none" strike="noStrike" cap="none">
              <a:solidFill>
                <a:schemeClr val="dk1"/>
              </a:solidFill>
              <a:latin typeface="Calibri"/>
              <a:ea typeface="Calibri"/>
              <a:cs typeface="Calibri"/>
              <a:sym typeface="Calibri"/>
            </a:endParaRPr>
          </a:p>
        </p:txBody>
      </p:sp>
      <p:sp>
        <p:nvSpPr>
          <p:cNvPr id="312" name="Google Shape;312;p1"/>
          <p:cNvSpPr/>
          <p:nvPr/>
        </p:nvSpPr>
        <p:spPr>
          <a:xfrm>
            <a:off x="476465" y="3437145"/>
            <a:ext cx="347400" cy="347400"/>
          </a:xfrm>
          <a:prstGeom prst="ellipse">
            <a:avLst/>
          </a:prstGeom>
          <a:solidFill>
            <a:srgbClr val="A50064"/>
          </a:solidFill>
          <a:ln w="12700" cap="flat" cmpd="sng">
            <a:solidFill>
              <a:srgbClr val="A5006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 name="Google Shape;313;p1"/>
          <p:cNvSpPr/>
          <p:nvPr/>
        </p:nvSpPr>
        <p:spPr>
          <a:xfrm>
            <a:off x="476465" y="3437145"/>
            <a:ext cx="347400" cy="3474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300"/>
              <a:buFont typeface="Calibri"/>
              <a:buNone/>
            </a:pPr>
            <a:r>
              <a:rPr lang="en-US" sz="1300" b="1" i="0" u="none" strike="noStrike" cap="none">
                <a:solidFill>
                  <a:srgbClr val="FFFFFF"/>
                </a:solidFill>
                <a:latin typeface="Calibri"/>
                <a:ea typeface="Calibri"/>
                <a:cs typeface="Calibri"/>
                <a:sym typeface="Calibri"/>
              </a:rPr>
              <a:t>F</a:t>
            </a:r>
            <a:endParaRPr sz="1300" b="0" i="0" u="none" strike="noStrike" cap="none">
              <a:solidFill>
                <a:schemeClr val="dk1"/>
              </a:solidFill>
              <a:latin typeface="Calibri"/>
              <a:ea typeface="Calibri"/>
              <a:cs typeface="Calibri"/>
              <a:sym typeface="Calibri"/>
            </a:endParaRPr>
          </a:p>
        </p:txBody>
      </p:sp>
      <p:sp>
        <p:nvSpPr>
          <p:cNvPr id="314" name="Google Shape;314;p1"/>
          <p:cNvSpPr/>
          <p:nvPr/>
        </p:nvSpPr>
        <p:spPr>
          <a:xfrm>
            <a:off x="979385" y="3437145"/>
            <a:ext cx="7315200" cy="347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1300"/>
              <a:buFont typeface="Calibri"/>
              <a:buNone/>
            </a:pPr>
            <a:r>
              <a:rPr lang="en-US" sz="1300" b="1" i="0" u="none" strike="noStrike" cap="none">
                <a:solidFill>
                  <a:srgbClr val="000000"/>
                </a:solidFill>
                <a:latin typeface="Calibri"/>
                <a:ea typeface="Calibri"/>
                <a:cs typeface="Calibri"/>
                <a:sym typeface="Calibri"/>
              </a:rPr>
              <a:t>FYI  </a:t>
            </a:r>
            <a:r>
              <a:rPr lang="en-US" sz="1300" b="0" i="0" u="none" strike="noStrike" cap="none">
                <a:solidFill>
                  <a:srgbClr val="000000"/>
                </a:solidFill>
                <a:latin typeface="Calibri"/>
                <a:ea typeface="Calibri"/>
                <a:cs typeface="Calibri"/>
                <a:sym typeface="Calibri"/>
              </a:rPr>
              <a:t>Thông tin tham khảo, không thảo luận</a:t>
            </a:r>
            <a:endParaRPr sz="1300" b="0" i="0" u="none" strike="noStrike" cap="none">
              <a:solidFill>
                <a:schemeClr val="dk1"/>
              </a:solidFill>
              <a:latin typeface="Calibri"/>
              <a:ea typeface="Calibri"/>
              <a:cs typeface="Calibri"/>
              <a:sym typeface="Calibri"/>
            </a:endParaRPr>
          </a:p>
        </p:txBody>
      </p:sp>
      <p:sp>
        <p:nvSpPr>
          <p:cNvPr id="315" name="Google Shape;315;p1"/>
          <p:cNvSpPr txBox="1"/>
          <p:nvPr/>
        </p:nvSpPr>
        <p:spPr>
          <a:xfrm>
            <a:off x="476475" y="3978600"/>
            <a:ext cx="8379600" cy="493800"/>
          </a:xfrm>
          <a:prstGeom prst="rect">
            <a:avLst/>
          </a:prstGeom>
          <a:noFill/>
          <a:ln>
            <a:noFill/>
          </a:ln>
        </p:spPr>
        <p:txBody>
          <a:bodyPr spcFirstLastPara="1" wrap="square" lIns="91425" tIns="91425" rIns="91425" bIns="91425" anchor="t" anchorCtr="0">
            <a:noAutofit/>
          </a:bodyPr>
          <a:lstStyle/>
          <a:p>
            <a:pPr>
              <a:defRPr sz="1000">
                <a:solidFill>
                  <a:srgbClr val="5C5060"/>
                </a:solidFill>
              </a:defRPr>
            </a:pPr>
            <a:r>
              <a:t>Note: Kỳ dữ liệu từ 01/10/2026 đến 28/10/2026 (MTD 28 ngày &amp; ước tính 31 ngày). Nguồn: GA4 (Property 270743103) &amp; AppsFlyer GPD Attribution.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79" name="Google Shape;379;p3"/>
          <p:cNvSpPr/>
          <p:nvPr/>
        </p:nvSpPr>
        <p:spPr>
          <a:xfrm>
            <a:off x="320050" y="347475"/>
            <a:ext cx="8281500" cy="530400"/>
          </a:xfrm>
          <a:prstGeom prst="rect">
            <a:avLst/>
          </a:prstGeom>
          <a:noFill/>
          <a:ln>
            <a:noFill/>
          </a:ln>
        </p:spPr>
        <p:txBody>
          <a:bodyPr spcFirstLastPara="1" wrap="square" lIns="0" tIns="0" rIns="0" bIns="0" anchor="ctr" anchorCtr="0">
            <a:noAutofit/>
          </a:bodyPr>
          <a:lstStyle/>
          <a:p>
            <a:pPr>
              <a:defRPr sz="1800" b="1">
                <a:solidFill>
                  <a:srgbClr val="1C171A"/>
                </a:solidFill>
              </a:defRPr>
            </a:pPr>
            <a:r>
              <a:t>Đề Xuất 2: Phê Duyệt Gói Pilot Off-Page SEO Cinema Hub (125 Triệu VNĐ / 3 Tháng)</a:t>
            </a:r>
          </a:p>
        </p:txBody>
      </p:sp>
      <p:sp>
        <p:nvSpPr>
          <p:cNvPr id="380" name="Google Shape;380;p3"/>
          <p:cNvSpPr/>
          <p:nvPr/>
        </p:nvSpPr>
        <p:spPr>
          <a:xfrm>
            <a:off x="8394192" y="146304"/>
            <a:ext cx="384048" cy="384048"/>
          </a:xfrm>
          <a:prstGeom prst="ellipse">
            <a:avLst/>
          </a:prstGeom>
          <a:solidFill>
            <a:srgbClr val="F95396"/>
          </a:solidFill>
          <a:ln w="12700" cap="flat" cmpd="sng">
            <a:solidFill>
              <a:srgbClr val="F9539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3"/>
          <p:cNvSpPr/>
          <p:nvPr/>
        </p:nvSpPr>
        <p:spPr>
          <a:xfrm>
            <a:off x="8394192" y="146304"/>
            <a:ext cx="384000" cy="3840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400"/>
              <a:buFont typeface="Calibri"/>
              <a:buNone/>
            </a:pPr>
            <a:r>
              <a:rPr lang="en-US" sz="1400" b="1" i="0" u="none" strike="noStrike" cap="none">
                <a:solidFill>
                  <a:srgbClr val="FFFFFF"/>
                </a:solidFill>
                <a:latin typeface="Calibri"/>
                <a:ea typeface="Calibri"/>
                <a:cs typeface="Calibri"/>
                <a:sym typeface="Calibri"/>
              </a:rPr>
              <a:t>D</a:t>
            </a:r>
            <a:endParaRPr sz="1400" b="0" i="0" u="none" strike="noStrike" cap="none">
              <a:solidFill>
                <a:schemeClr val="dk1"/>
              </a:solidFill>
              <a:latin typeface="Calibri"/>
              <a:ea typeface="Calibri"/>
              <a:cs typeface="Calibri"/>
              <a:sym typeface="Calibri"/>
            </a:endParaRPr>
          </a:p>
        </p:txBody>
      </p:sp>
      <p:sp>
        <p:nvSpPr>
          <p:cNvPr id="382" name="Google Shape;382;p3"/>
          <p:cNvSpPr/>
          <p:nvPr/>
        </p:nvSpPr>
        <p:spPr>
          <a:xfrm>
            <a:off x="8119872" y="548640"/>
            <a:ext cx="932688" cy="164592"/>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95396"/>
              </a:buClr>
              <a:buSzPts val="750"/>
              <a:buFont typeface="Calibri"/>
              <a:buNone/>
            </a:pPr>
            <a:r>
              <a:rPr lang="en-US" sz="750" b="0" i="0" u="none" strike="noStrike" cap="none">
                <a:solidFill>
                  <a:srgbClr val="F95396"/>
                </a:solidFill>
                <a:latin typeface="Calibri"/>
                <a:ea typeface="Calibri"/>
                <a:cs typeface="Calibri"/>
                <a:sym typeface="Calibri"/>
              </a:rPr>
              <a:t>Discussion</a:t>
            </a:r>
            <a:endParaRPr sz="750" b="0" i="0" u="none" strike="noStrike" cap="none">
              <a:solidFill>
                <a:schemeClr val="dk1"/>
              </a:solidFill>
              <a:latin typeface="Calibri"/>
              <a:ea typeface="Calibri"/>
              <a:cs typeface="Calibri"/>
              <a:sym typeface="Calibri"/>
            </a:endParaRPr>
          </a:p>
        </p:txBody>
      </p:sp>
      <p:sp>
        <p:nvSpPr>
          <p:cNvPr id="383" name="Google Shape;383;p3"/>
          <p:cNvSpPr/>
          <p:nvPr/>
        </p:nvSpPr>
        <p:spPr>
          <a:xfrm>
            <a:off x="320040" y="4873752"/>
            <a:ext cx="7315200" cy="182880"/>
          </a:xfrm>
          <a:prstGeom prst="rect">
            <a:avLst/>
          </a:prstGeom>
          <a:noFill/>
          <a:ln>
            <a:noFill/>
          </a:ln>
        </p:spPr>
        <p:txBody>
          <a:bodyPr spcFirstLastPara="1" wrap="square" lIns="0" tIns="0" rIns="0" bIns="0" anchor="ctr" anchorCtr="0">
            <a:noAutofit/>
          </a:bodyPr>
          <a:lstStyle/>
          <a:p>
            <a:pPr>
              <a:defRPr sz="900">
                <a:solidFill>
                  <a:srgbClr val="5C5060"/>
                </a:solidFill>
              </a:defRPr>
            </a:pPr>
            <a:r>
              <a:t>Nguồn: GA4, AppsFlyer &amp; BU Cinema   |   Owner: Web Platform   |   Chốt số liệu: 28/10/2026</a:t>
            </a:r>
          </a:p>
        </p:txBody>
      </p:sp>
      <p:sp>
        <p:nvSpPr>
          <p:cNvPr id="384" name="Google Shape;384;p3"/>
          <p:cNvSpPr/>
          <p:nvPr/>
        </p:nvSpPr>
        <p:spPr>
          <a:xfrm>
            <a:off x="8321040" y="4873752"/>
            <a:ext cx="502920" cy="182880"/>
          </a:xfrm>
          <a:prstGeom prst="rect">
            <a:avLst/>
          </a:prstGeom>
          <a:noFill/>
          <a:ln>
            <a:noFill/>
          </a:ln>
        </p:spPr>
        <p:txBody>
          <a:bodyPr spcFirstLastPara="1" wrap="square" lIns="0" tIns="0" rIns="0" bIns="0" anchor="ctr" anchorCtr="0">
            <a:noAutofit/>
          </a:bodyPr>
          <a:lstStyle/>
          <a:p>
            <a:pPr>
              <a:defRPr sz="900">
                <a:solidFill>
                  <a:srgbClr val="5C5060"/>
                </a:solidFill>
              </a:defRPr>
            </a:pPr>
            <a:r>
              <a:t>4 / 8</a:t>
            </a:r>
          </a:p>
        </p:txBody>
      </p:sp>
      <p:sp>
        <p:nvSpPr>
          <p:cNvPr id="385" name="Google Shape;385;p3"/>
          <p:cNvSpPr/>
          <p:nvPr/>
        </p:nvSpPr>
        <p:spPr>
          <a:xfrm>
            <a:off x="274340" y="985856"/>
            <a:ext cx="5303400" cy="604200"/>
          </a:xfrm>
          <a:prstGeom prst="rect">
            <a:avLst/>
          </a:prstGeom>
          <a:solidFill>
            <a:srgbClr val="FFFFFF"/>
          </a:solidFill>
          <a:ln w="12700" cap="flat" cmpd="sng">
            <a:solidFill>
              <a:srgbClr val="E0E0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 name="Google Shape;386;p3"/>
          <p:cNvSpPr/>
          <p:nvPr/>
        </p:nvSpPr>
        <p:spPr>
          <a:xfrm>
            <a:off x="411500" y="1189756"/>
            <a:ext cx="1097400" cy="196200"/>
          </a:xfrm>
          <a:prstGeom prst="roundRect">
            <a:avLst>
              <a:gd name="adj" fmla="val 27942"/>
            </a:avLst>
          </a:prstGeom>
          <a:solidFill>
            <a:srgbClr val="FFE3ED"/>
          </a:solidFill>
          <a:ln w="12700" cap="flat" cmpd="sng">
            <a:solidFill>
              <a:srgbClr val="FFE3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 name="Google Shape;387;p3"/>
          <p:cNvSpPr/>
          <p:nvPr/>
        </p:nvSpPr>
        <p:spPr>
          <a:xfrm>
            <a:off x="411500" y="1189756"/>
            <a:ext cx="1097400" cy="196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A50064"/>
              </a:buClr>
              <a:buSzPts val="900"/>
              <a:buFont typeface="Calibri"/>
              <a:buNone/>
            </a:pPr>
            <a:r>
              <a:rPr lang="en-US" sz="900" b="1" i="0" u="none" strike="noStrike" cap="none">
                <a:solidFill>
                  <a:srgbClr val="A50064"/>
                </a:solidFill>
                <a:latin typeface="Calibri"/>
                <a:ea typeface="Calibri"/>
                <a:cs typeface="Calibri"/>
                <a:sym typeface="Calibri"/>
              </a:rPr>
              <a:t>Problem statement</a:t>
            </a:r>
            <a:endParaRPr sz="900" b="0" i="0" u="none" strike="noStrike" cap="none">
              <a:solidFill>
                <a:schemeClr val="dk1"/>
              </a:solidFill>
              <a:latin typeface="Calibri"/>
              <a:ea typeface="Calibri"/>
              <a:cs typeface="Calibri"/>
              <a:sym typeface="Calibri"/>
            </a:endParaRPr>
          </a:p>
        </p:txBody>
      </p:sp>
      <p:sp>
        <p:nvSpPr>
          <p:cNvPr id="388" name="Google Shape;388;p3"/>
          <p:cNvSpPr/>
          <p:nvPr/>
        </p:nvSpPr>
        <p:spPr>
          <a:xfrm>
            <a:off x="1645940" y="1023615"/>
            <a:ext cx="3840600" cy="528600"/>
          </a:xfrm>
          <a:prstGeom prst="rect">
            <a:avLst/>
          </a:prstGeom>
          <a:noFill/>
          <a:ln>
            <a:noFill/>
          </a:ln>
        </p:spPr>
        <p:txBody>
          <a:bodyPr spcFirstLastPara="1" wrap="square" lIns="0" tIns="0" rIns="0" bIns="0" anchor="ctr" anchorCtr="0">
            <a:noAutofit/>
          </a:bodyPr>
          <a:lstStyle/>
          <a:p>
            <a:pPr>
              <a:defRPr sz="950">
                <a:solidFill>
                  <a:srgbClr val="1C171A"/>
                </a:solidFill>
              </a:defRPr>
            </a:pPr>
            <a:r>
              <a:t>MoMo hiện chiếm 50% thị phần bán vé xem phim toàn quốc nhưng lưu lượng tìm kiếm nội dung review và cụm rạp mới đạt khoảng 20%. Mùa phim Tết 2027 bắt đầu từ tháng 12/2026, cần gia tăng thứ hạng tìm kiếm ngay từ tháng 11/2026.</a:t>
            </a:r>
          </a:p>
        </p:txBody>
      </p:sp>
      <p:sp>
        <p:nvSpPr>
          <p:cNvPr id="389" name="Google Shape;389;p3"/>
          <p:cNvSpPr/>
          <p:nvPr/>
        </p:nvSpPr>
        <p:spPr>
          <a:xfrm>
            <a:off x="274340" y="1650420"/>
            <a:ext cx="5303400" cy="604200"/>
          </a:xfrm>
          <a:prstGeom prst="rect">
            <a:avLst/>
          </a:prstGeom>
          <a:solidFill>
            <a:srgbClr val="FFFFFF"/>
          </a:solidFill>
          <a:ln w="12700" cap="flat" cmpd="sng">
            <a:solidFill>
              <a:srgbClr val="E0E0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 name="Google Shape;390;p3"/>
          <p:cNvSpPr/>
          <p:nvPr/>
        </p:nvSpPr>
        <p:spPr>
          <a:xfrm>
            <a:off x="411500" y="1854321"/>
            <a:ext cx="1097400" cy="196200"/>
          </a:xfrm>
          <a:prstGeom prst="roundRect">
            <a:avLst>
              <a:gd name="adj" fmla="val 27942"/>
            </a:avLst>
          </a:prstGeom>
          <a:solidFill>
            <a:srgbClr val="FFE3ED"/>
          </a:solidFill>
          <a:ln w="12700" cap="flat" cmpd="sng">
            <a:solidFill>
              <a:srgbClr val="FFE3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3"/>
          <p:cNvSpPr/>
          <p:nvPr/>
        </p:nvSpPr>
        <p:spPr>
          <a:xfrm>
            <a:off x="411500" y="1854321"/>
            <a:ext cx="1097400" cy="196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A50064"/>
              </a:buClr>
              <a:buSzPts val="900"/>
              <a:buFont typeface="Calibri"/>
              <a:buNone/>
            </a:pPr>
            <a:r>
              <a:rPr lang="en-US" sz="900" b="1" i="0" u="none" strike="noStrike" cap="none">
                <a:solidFill>
                  <a:srgbClr val="A50064"/>
                </a:solidFill>
                <a:latin typeface="Calibri"/>
                <a:ea typeface="Calibri"/>
                <a:cs typeface="Calibri"/>
                <a:sym typeface="Calibri"/>
              </a:rPr>
              <a:t>Bối cảnh</a:t>
            </a:r>
            <a:endParaRPr sz="900" b="0" i="0" u="none" strike="noStrike" cap="none">
              <a:solidFill>
                <a:schemeClr val="dk1"/>
              </a:solidFill>
              <a:latin typeface="Calibri"/>
              <a:ea typeface="Calibri"/>
              <a:cs typeface="Calibri"/>
              <a:sym typeface="Calibri"/>
            </a:endParaRPr>
          </a:p>
        </p:txBody>
      </p:sp>
      <p:sp>
        <p:nvSpPr>
          <p:cNvPr id="392" name="Google Shape;392;p3"/>
          <p:cNvSpPr/>
          <p:nvPr/>
        </p:nvSpPr>
        <p:spPr>
          <a:xfrm>
            <a:off x="1645940" y="1688180"/>
            <a:ext cx="3840600" cy="528600"/>
          </a:xfrm>
          <a:prstGeom prst="rect">
            <a:avLst/>
          </a:prstGeom>
          <a:noFill/>
          <a:ln>
            <a:noFill/>
          </a:ln>
        </p:spPr>
        <p:txBody>
          <a:bodyPr spcFirstLastPara="1" wrap="square" lIns="0" tIns="0" rIns="0" bIns="0" anchor="ctr" anchorCtr="0">
            <a:noAutofit/>
          </a:bodyPr>
          <a:lstStyle/>
          <a:p>
            <a:pPr>
              <a:defRPr sz="950">
                <a:solidFill>
                  <a:srgbClr val="1C171A"/>
                </a:solidFill>
              </a:defRPr>
            </a:pPr>
            <a:r>
              <a:t>Lưu lượng cụm rạp tăng +142.2% MoM (726K views), CVR Map Bank đạt 25.33% nhưng toàn bộ liên kết đều là On-Page tự nhiên, thiếu sức mạnh Backlinks uy tín để giữ Top 5.5 Google Search trước đối thủ.</a:t>
            </a:r>
          </a:p>
        </p:txBody>
      </p:sp>
      <p:sp>
        <p:nvSpPr>
          <p:cNvPr id="393" name="Google Shape;393;p3"/>
          <p:cNvSpPr/>
          <p:nvPr/>
        </p:nvSpPr>
        <p:spPr>
          <a:xfrm>
            <a:off x="274340" y="2314985"/>
            <a:ext cx="5303400" cy="604200"/>
          </a:xfrm>
          <a:prstGeom prst="rect">
            <a:avLst/>
          </a:prstGeom>
          <a:solidFill>
            <a:srgbClr val="FFFFFF"/>
          </a:solidFill>
          <a:ln w="12700" cap="flat" cmpd="sng">
            <a:solidFill>
              <a:srgbClr val="E0E0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 name="Google Shape;394;p3"/>
          <p:cNvSpPr/>
          <p:nvPr/>
        </p:nvSpPr>
        <p:spPr>
          <a:xfrm>
            <a:off x="411500" y="2518885"/>
            <a:ext cx="1097400" cy="196200"/>
          </a:xfrm>
          <a:prstGeom prst="roundRect">
            <a:avLst>
              <a:gd name="adj" fmla="val 27942"/>
            </a:avLst>
          </a:prstGeom>
          <a:solidFill>
            <a:srgbClr val="FFE3ED"/>
          </a:solidFill>
          <a:ln w="12700" cap="flat" cmpd="sng">
            <a:solidFill>
              <a:srgbClr val="FFE3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3"/>
          <p:cNvSpPr/>
          <p:nvPr/>
        </p:nvSpPr>
        <p:spPr>
          <a:xfrm>
            <a:off x="411500" y="2518885"/>
            <a:ext cx="1097400" cy="196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A50064"/>
              </a:buClr>
              <a:buSzPts val="900"/>
              <a:buFont typeface="Calibri"/>
              <a:buNone/>
            </a:pPr>
            <a:r>
              <a:rPr lang="en-US" sz="900" b="1" i="0" u="none" strike="noStrike" cap="none">
                <a:solidFill>
                  <a:srgbClr val="A50064"/>
                </a:solidFill>
                <a:latin typeface="Calibri"/>
                <a:ea typeface="Calibri"/>
                <a:cs typeface="Calibri"/>
                <a:sym typeface="Calibri"/>
              </a:rPr>
              <a:t>Tác động</a:t>
            </a:r>
            <a:endParaRPr sz="900" b="0" i="0" u="none" strike="noStrike" cap="none">
              <a:solidFill>
                <a:schemeClr val="dk1"/>
              </a:solidFill>
              <a:latin typeface="Calibri"/>
              <a:ea typeface="Calibri"/>
              <a:cs typeface="Calibri"/>
              <a:sym typeface="Calibri"/>
            </a:endParaRPr>
          </a:p>
        </p:txBody>
      </p:sp>
      <p:sp>
        <p:nvSpPr>
          <p:cNvPr id="396" name="Google Shape;396;p3"/>
          <p:cNvSpPr/>
          <p:nvPr/>
        </p:nvSpPr>
        <p:spPr>
          <a:xfrm>
            <a:off x="1645940" y="2352744"/>
            <a:ext cx="3840600" cy="528600"/>
          </a:xfrm>
          <a:prstGeom prst="rect">
            <a:avLst/>
          </a:prstGeom>
          <a:noFill/>
          <a:ln>
            <a:noFill/>
          </a:ln>
        </p:spPr>
        <p:txBody>
          <a:bodyPr spcFirstLastPara="1" wrap="square" lIns="0" tIns="0" rIns="0" bIns="0" anchor="ctr" anchorCtr="0">
            <a:noAutofit/>
          </a:bodyPr>
          <a:lstStyle/>
          <a:p>
            <a:pPr>
              <a:defRPr sz="950">
                <a:solidFill>
                  <a:srgbClr val="1C171A"/>
                </a:solidFill>
              </a:defRPr>
            </a:pPr>
            <a:r>
              <a:t>Đưa 18 cụm rạp đối tác (Lotte, BHD, Beta, Cinestar) đạt Top 5.5 Google Search; tối ưu trích dẫn AI Overviews (GEO); đóng góp thêm 2.500 - 3.500 Installs mỗi tháng.</a:t>
            </a:r>
          </a:p>
        </p:txBody>
      </p:sp>
      <p:sp>
        <p:nvSpPr>
          <p:cNvPr id="397" name="Google Shape;397;p3"/>
          <p:cNvSpPr/>
          <p:nvPr/>
        </p:nvSpPr>
        <p:spPr>
          <a:xfrm>
            <a:off x="274340" y="3009757"/>
            <a:ext cx="5303400" cy="166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50064"/>
              </a:buClr>
              <a:buSzPts val="1000"/>
              <a:buFont typeface="Calibri"/>
              <a:buNone/>
            </a:pPr>
            <a:r>
              <a:rPr lang="en-US" sz="1000" b="1" i="0" u="none" strike="noStrike" cap="none">
                <a:solidFill>
                  <a:srgbClr val="A50064"/>
                </a:solidFill>
                <a:latin typeface="Calibri"/>
                <a:ea typeface="Calibri"/>
                <a:cs typeface="Calibri"/>
                <a:sym typeface="Calibri"/>
              </a:rPr>
              <a:t>PHƯƠNG ÁN</a:t>
            </a:r>
            <a:endParaRPr sz="1000" b="0" i="0" u="none" strike="noStrike" cap="none">
              <a:solidFill>
                <a:schemeClr val="dk1"/>
              </a:solidFill>
              <a:latin typeface="Calibri"/>
              <a:ea typeface="Calibri"/>
              <a:cs typeface="Calibri"/>
              <a:sym typeface="Calibri"/>
            </a:endParaRPr>
          </a:p>
        </p:txBody>
      </p:sp>
      <p:graphicFrame>
        <p:nvGraphicFramePr>
          <p:cNvPr id="398" name="Google Shape;398;p3"/>
          <p:cNvGraphicFramePr/>
          <p:nvPr/>
        </p:nvGraphicFramePr>
        <p:xfrm>
          <a:off x="274340" y="3191002"/>
          <a:ext cx="5303500" cy="800500"/>
        </p:xfrm>
        <a:graphic>
          <a:graphicData uri="http://schemas.openxmlformats.org/drawingml/2006/table">
            <a:tbl>
              <a:tblPr>
                <a:noFill/>
                <a:tableStyleId>{E4150D1B-22CA-4B41-9D43-DA15F05A9917}</a:tableStyleId>
              </a:tblPr>
              <a:tblGrid>
                <a:gridCol w="1005850">
                  <a:extLst>
                    <a:ext uri="{9D8B030D-6E8A-4147-A177-3AD203B41FA5}">
                      <a16:colId xmlns:a16="http://schemas.microsoft.com/office/drawing/2014/main" val="20000"/>
                    </a:ext>
                  </a:extLst>
                </a:gridCol>
                <a:gridCol w="1737350">
                  <a:extLst>
                    <a:ext uri="{9D8B030D-6E8A-4147-A177-3AD203B41FA5}">
                      <a16:colId xmlns:a16="http://schemas.microsoft.com/office/drawing/2014/main" val="20001"/>
                    </a:ext>
                  </a:extLst>
                </a:gridCol>
                <a:gridCol w="1280150">
                  <a:extLst>
                    <a:ext uri="{9D8B030D-6E8A-4147-A177-3AD203B41FA5}">
                      <a16:colId xmlns:a16="http://schemas.microsoft.com/office/drawing/2014/main" val="20002"/>
                    </a:ext>
                  </a:extLst>
                </a:gridCol>
                <a:gridCol w="1280150">
                  <a:extLst>
                    <a:ext uri="{9D8B030D-6E8A-4147-A177-3AD203B41FA5}">
                      <a16:colId xmlns:a16="http://schemas.microsoft.com/office/drawing/2014/main" val="20003"/>
                    </a:ext>
                  </a:extLst>
                </a:gridCol>
              </a:tblGrid>
              <a:tr h="196350">
                <a:tc>
                  <a:txBody>
                    <a:bodyPr/>
                    <a:lstStyle/>
                    <a:p>
                      <a:pPr algn="ctr">
                        <a:defRPr sz="900" b="1">
                          <a:solidFill>
                            <a:srgbClr val="FFFFFF"/>
                          </a:solidFill>
                        </a:defRPr>
                      </a:pPr>
                      <a:r>
                        <a:t>Phương Án</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solidFill>
                      <a:srgbClr val="A50064"/>
                    </a:solidFill>
                  </a:tcPr>
                </a:tc>
                <a:tc>
                  <a:txBody>
                    <a:bodyPr/>
                    <a:lstStyle/>
                    <a:p>
                      <a:pPr algn="l">
                        <a:defRPr sz="900" b="1">
                          <a:solidFill>
                            <a:srgbClr val="FFFFFF"/>
                          </a:solidFill>
                        </a:defRPr>
                      </a:pPr>
                      <a:r>
                        <a:t>Nội Dung Triển Khai</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solidFill>
                      <a:srgbClr val="A50064"/>
                    </a:solidFill>
                  </a:tcPr>
                </a:tc>
                <a:tc>
                  <a:txBody>
                    <a:bodyPr/>
                    <a:lstStyle/>
                    <a:p>
                      <a:pPr algn="l">
                        <a:defRPr sz="900" b="1">
                          <a:solidFill>
                            <a:srgbClr val="FFFFFF"/>
                          </a:solidFill>
                        </a:defRPr>
                      </a:pPr>
                      <a:r>
                        <a:t>Chi Phí &amp; Lợi Ích</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solidFill>
                      <a:srgbClr val="A50064"/>
                    </a:solidFill>
                  </a:tcPr>
                </a:tc>
                <a:tc>
                  <a:txBody>
                    <a:bodyPr/>
                    <a:lstStyle/>
                    <a:p>
                      <a:pPr algn="l">
                        <a:defRPr sz="900" b="1">
                          <a:solidFill>
                            <a:srgbClr val="FFFFFF"/>
                          </a:solidFill>
                        </a:defRPr>
                      </a:pPr>
                      <a:r>
                        <a:t>Đánh Giá Rủi Ro</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solidFill>
                      <a:srgbClr val="A50064"/>
                    </a:solidFill>
                  </a:tcPr>
                </a:tc>
                <a:extLst>
                  <a:ext uri="{0D108BD9-81ED-4DB2-BD59-A6C34878D82A}">
                    <a16:rowId xmlns:a16="http://schemas.microsoft.com/office/drawing/2014/main" val="10000"/>
                  </a:ext>
                </a:extLst>
              </a:tr>
              <a:tr h="302075">
                <a:tc>
                  <a:txBody>
                    <a:bodyPr/>
                    <a:lstStyle/>
                    <a:p>
                      <a:pPr algn="ctr">
                        <a:defRPr sz="850" b="1">
                          <a:solidFill>
                            <a:srgbClr val="059669"/>
                          </a:solidFill>
                        </a:defRPr>
                      </a:pPr>
                      <a:r>
                        <a:t>Phương Án A</a:t>
                      </a:r>
                      <a:br/>
                      <a:r>
                        <a:t>(Khuyến nghị)</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tcPr>
                </a:tc>
                <a:tc>
                  <a:txBody>
                    <a:bodyPr/>
                    <a:lstStyle/>
                    <a:p>
                      <a:pPr algn="l">
                        <a:defRPr sz="850" b="0"/>
                      </a:pPr>
                      <a:r>
                        <a:t>Ký trực tiếp mạng lưới đối tác báo chí lớn; in-house kiểm soát chất lượng nội dung E-E-A-T và chuẩn SEO Entity.</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tcPr>
                </a:tc>
                <a:tc>
                  <a:txBody>
                    <a:bodyPr/>
                    <a:lstStyle/>
                    <a:p>
                      <a:pPr algn="l">
                        <a:defRPr sz="850" b="0">
                          <a:solidFill>
                            <a:srgbClr val="059669"/>
                          </a:solidFill>
                        </a:defRPr>
                      </a:pPr>
                      <a:r>
                        <a:t>125 Tr VNĐ (tiết kiệm 50 - 75 Tr so với thuê ngoài). Đưa cụm rạp đạt Top 5.5 Google.</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tcPr>
                </a:tc>
                <a:tc>
                  <a:txBody>
                    <a:bodyPr/>
                    <a:lstStyle/>
                    <a:p>
                      <a:pPr algn="l">
                        <a:defRPr sz="850" b="0"/>
                      </a:pPr>
                      <a:r>
                        <a:t>Kiểm soát 100% chất lượng bài viết và an toàn thương hiệu.</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tcPr>
                </a:tc>
                <a:extLst>
                  <a:ext uri="{0D108BD9-81ED-4DB2-BD59-A6C34878D82A}">
                    <a16:rowId xmlns:a16="http://schemas.microsoft.com/office/drawing/2014/main" val="10001"/>
                  </a:ext>
                </a:extLst>
              </a:tr>
              <a:tr h="302075">
                <a:tc>
                  <a:txBody>
                    <a:bodyPr/>
                    <a:lstStyle/>
                    <a:p>
                      <a:pPr algn="ctr">
                        <a:defRPr sz="850" b="1"/>
                      </a:pPr>
                      <a:r>
                        <a:t>Phương Án B</a:t>
                      </a:r>
                      <a:br/>
                      <a:r>
                        <a:t>(Agency ngoài)</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tcPr>
                </a:tc>
                <a:tc>
                  <a:txBody>
                    <a:bodyPr/>
                    <a:lstStyle/>
                    <a:p>
                      <a:pPr algn="l">
                        <a:defRPr sz="850" b="0"/>
                      </a:pPr>
                      <a:r>
                        <a:t>Thuê ngoài Agency trung gian triển khai trọn gói.</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tcPr>
                </a:tc>
                <a:tc>
                  <a:txBody>
                    <a:bodyPr/>
                    <a:lstStyle/>
                    <a:p>
                      <a:pPr algn="l">
                        <a:defRPr sz="850" b="0">
                          <a:solidFill>
                            <a:srgbClr val="B91C1C"/>
                          </a:solidFill>
                        </a:defRPr>
                      </a:pPr>
                      <a:r>
                        <a:t>Chi phí cao: 180 - 200 Tr VNĐ; chất lượng liên kết không đồng đều.</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tcPr>
                </a:tc>
                <a:tc>
                  <a:txBody>
                    <a:bodyPr/>
                    <a:lstStyle/>
                    <a:p>
                      <a:pPr algn="l">
                        <a:defRPr sz="850" b="0"/>
                      </a:pPr>
                      <a:r>
                        <a:t>Rủi ro khó kiểm soát bài đăng và thuật toán Google phạt.</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
        <p:nvSpPr>
          <p:cNvPr id="399" name="Google Shape;399;p3"/>
          <p:cNvSpPr/>
          <p:nvPr/>
        </p:nvSpPr>
        <p:spPr>
          <a:xfrm>
            <a:off x="5669300" y="985856"/>
            <a:ext cx="3108900" cy="3171900"/>
          </a:xfrm>
          <a:prstGeom prst="rect">
            <a:avLst/>
          </a:prstGeom>
          <a:solidFill>
            <a:srgbClr val="FFFFFF"/>
          </a:solidFill>
          <a:ln w="12700" cap="flat" cmpd="sng">
            <a:solidFill>
              <a:srgbClr val="E0E0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 name="Google Shape;400;p3"/>
          <p:cNvSpPr/>
          <p:nvPr/>
        </p:nvSpPr>
        <p:spPr>
          <a:xfrm>
            <a:off x="5806460" y="1046271"/>
            <a:ext cx="2834700" cy="2265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50064"/>
              </a:buClr>
              <a:buSzPts val="1200"/>
              <a:buFont typeface="Calibri"/>
              <a:buNone/>
            </a:pPr>
            <a:r>
              <a:rPr lang="en-US" sz="1200" b="1" i="0" u="none" strike="noStrike" cap="none">
                <a:solidFill>
                  <a:srgbClr val="A50064"/>
                </a:solidFill>
                <a:latin typeface="Calibri"/>
                <a:ea typeface="Calibri"/>
                <a:cs typeface="Calibri"/>
                <a:sym typeface="Calibri"/>
              </a:rPr>
              <a:t>Key Highlights &amp; Commentary</a:t>
            </a:r>
            <a:endParaRPr sz="1200" b="0" i="0" u="none" strike="noStrike" cap="none">
              <a:solidFill>
                <a:schemeClr val="dk1"/>
              </a:solidFill>
              <a:latin typeface="Calibri"/>
              <a:ea typeface="Calibri"/>
              <a:cs typeface="Calibri"/>
              <a:sym typeface="Calibri"/>
            </a:endParaRPr>
          </a:p>
        </p:txBody>
      </p:sp>
      <p:sp>
        <p:nvSpPr>
          <p:cNvPr id="401" name="Google Shape;401;p3"/>
          <p:cNvSpPr/>
          <p:nvPr/>
        </p:nvSpPr>
        <p:spPr>
          <a:xfrm>
            <a:off x="5806460" y="1363449"/>
            <a:ext cx="1577400" cy="181200"/>
          </a:xfrm>
          <a:prstGeom prst="roundRect">
            <a:avLst>
              <a:gd name="adj" fmla="val 30271"/>
            </a:avLst>
          </a:prstGeom>
          <a:solidFill>
            <a:srgbClr val="FFE3ED"/>
          </a:solidFill>
          <a:ln w="12700" cap="flat" cmpd="sng">
            <a:solidFill>
              <a:srgbClr val="FFE3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 name="Google Shape;402;p3"/>
          <p:cNvSpPr/>
          <p:nvPr/>
        </p:nvSpPr>
        <p:spPr>
          <a:xfrm>
            <a:off x="5806460" y="1363449"/>
            <a:ext cx="1577400" cy="181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A50064"/>
              </a:buClr>
              <a:buSzPts val="900"/>
              <a:buFont typeface="Calibri"/>
              <a:buNone/>
            </a:pPr>
            <a:r>
              <a:rPr lang="en-US" sz="900" b="1" i="0" u="none" strike="noStrike" cap="none">
                <a:solidFill>
                  <a:srgbClr val="A50064"/>
                </a:solidFill>
                <a:latin typeface="Calibri"/>
                <a:ea typeface="Calibri"/>
                <a:cs typeface="Calibri"/>
                <a:sym typeface="Calibri"/>
              </a:rPr>
              <a:t>Đề nghị với CEO/BOM</a:t>
            </a:r>
            <a:endParaRPr sz="900" b="0" i="0" u="none" strike="noStrike" cap="none">
              <a:solidFill>
                <a:schemeClr val="dk1"/>
              </a:solidFill>
              <a:latin typeface="Calibri"/>
              <a:ea typeface="Calibri"/>
              <a:cs typeface="Calibri"/>
              <a:sym typeface="Calibri"/>
            </a:endParaRPr>
          </a:p>
        </p:txBody>
      </p:sp>
      <p:sp>
        <p:nvSpPr>
          <p:cNvPr id="403" name="Google Shape;403;p3"/>
          <p:cNvSpPr/>
          <p:nvPr/>
        </p:nvSpPr>
        <p:spPr>
          <a:xfrm>
            <a:off x="5806460" y="1590005"/>
            <a:ext cx="2834700" cy="1132800"/>
          </a:xfrm>
          <a:prstGeom prst="rect">
            <a:avLst/>
          </a:prstGeom>
          <a:noFill/>
          <a:ln>
            <a:noFill/>
          </a:ln>
        </p:spPr>
        <p:txBody>
          <a:bodyPr spcFirstLastPara="1" wrap="square" lIns="0" tIns="0" rIns="0" bIns="0" anchor="t" anchorCtr="0">
            <a:noAutofit/>
          </a:bodyPr>
          <a:lstStyle/>
          <a:p>
            <a:pPr>
              <a:defRPr sz="1000">
                <a:solidFill>
                  <a:srgbClr val="1C171A"/>
                </a:solidFill>
              </a:defRPr>
            </a:pPr>
            <a:r>
              <a:t>Nội dung xin phê duyệt (Approve): Ngân sách thử nghiệm 125 triệu VNĐ (3 tháng) cho Cinema Hub; HR hoàn tất tuyển dụng 1 Senior SEO Technical in-house và Pháp chế hỗ trợ thủ tục trước 05/11/2026.</a:t>
            </a:r>
          </a:p>
          <a:p>
            <a:pPr>
              <a:defRPr sz="1000">
                <a:solidFill>
                  <a:srgbClr val="1C171A"/>
                </a:solidFill>
              </a:defRPr>
            </a:pPr>
            <a:r>
              <a:t>Khuyến nghị của BU: Chọn Phương án A để xây dựng năng lực in-house.</a:t>
            </a:r>
          </a:p>
        </p:txBody>
      </p:sp>
      <p:sp>
        <p:nvSpPr>
          <p:cNvPr id="404" name="Google Shape;404;p3"/>
          <p:cNvSpPr/>
          <p:nvPr/>
        </p:nvSpPr>
        <p:spPr>
          <a:xfrm>
            <a:off x="5806460" y="2798304"/>
            <a:ext cx="1645800" cy="181200"/>
          </a:xfrm>
          <a:prstGeom prst="roundRect">
            <a:avLst>
              <a:gd name="adj" fmla="val 30271"/>
            </a:avLst>
          </a:prstGeom>
          <a:solidFill>
            <a:srgbClr val="FFE3ED"/>
          </a:solidFill>
          <a:ln w="12700" cap="flat" cmpd="sng">
            <a:solidFill>
              <a:srgbClr val="FFE3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 name="Google Shape;405;p3"/>
          <p:cNvSpPr/>
          <p:nvPr/>
        </p:nvSpPr>
        <p:spPr>
          <a:xfrm>
            <a:off x="5806460" y="2798304"/>
            <a:ext cx="1645800" cy="181200"/>
          </a:xfrm>
          <a:prstGeom prst="rect">
            <a:avLst/>
          </a:prstGeom>
          <a:noFill/>
          <a:ln>
            <a:noFill/>
          </a:ln>
        </p:spPr>
        <p:txBody>
          <a:bodyPr spcFirstLastPara="1" wrap="square" lIns="0" tIns="0" rIns="0" bIns="0" anchor="ctr" anchorCtr="0">
            <a:noAutofit/>
          </a:bodyPr>
          <a:lstStyle/>
          <a:p>
            <a:pPr>
              <a:defRPr sz="850" b="1">
                <a:solidFill>
                  <a:srgbClr val="FFFFFF"/>
                </a:solidFill>
              </a:defRPr>
            </a:pPr>
            <a:r>
              <a:t>Rủi ro khi chậm quyết định</a:t>
            </a:r>
          </a:p>
        </p:txBody>
      </p:sp>
      <p:sp>
        <p:nvSpPr>
          <p:cNvPr id="406" name="Google Shape;406;p3"/>
          <p:cNvSpPr/>
          <p:nvPr/>
        </p:nvSpPr>
        <p:spPr>
          <a:xfrm>
            <a:off x="5806460" y="3024860"/>
            <a:ext cx="2834700" cy="755100"/>
          </a:xfrm>
          <a:prstGeom prst="rect">
            <a:avLst/>
          </a:prstGeom>
          <a:noFill/>
          <a:ln>
            <a:noFill/>
          </a:ln>
        </p:spPr>
        <p:txBody>
          <a:bodyPr spcFirstLastPara="1" wrap="square" lIns="0" tIns="0" rIns="0" bIns="0" anchor="t" anchorCtr="0">
            <a:noAutofit/>
          </a:bodyPr>
          <a:lstStyle/>
          <a:p>
            <a:pPr>
              <a:defRPr sz="950">
                <a:solidFill>
                  <a:srgbClr val="1C171A"/>
                </a:solidFill>
              </a:defRPr>
            </a:pPr>
            <a:r>
              <a:t>Rủi ro khi chậm phê duyệt (sau 05/11): Không kịp thời gian triển khai 4 tuần để đưa các trang cụm rạp lên Top 5.5 Google trước mùa phim Tết 2027 (bắt đầu từ tháng 12/2026), làm mất thị phần bán vé vào tay đối thủ.</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41"/>
        <p:cNvGrpSpPr/>
        <p:nvPr/>
      </p:nvGrpSpPr>
      <p:grpSpPr>
        <a:xfrm>
          <a:off x="0" y="0"/>
          <a:ext cx="0" cy="0"/>
          <a:chOff x="0" y="0"/>
          <a:chExt cx="0" cy="0"/>
        </a:xfrm>
      </p:grpSpPr>
      <p:sp>
        <p:nvSpPr>
          <p:cNvPr id="343" name="Google Shape;343;p2"/>
          <p:cNvSpPr/>
          <p:nvPr/>
        </p:nvSpPr>
        <p:spPr>
          <a:xfrm>
            <a:off x="320040" y="347472"/>
            <a:ext cx="7680960" cy="530352"/>
          </a:xfrm>
          <a:prstGeom prst="rect">
            <a:avLst/>
          </a:prstGeom>
          <a:noFill/>
          <a:ln>
            <a:noFill/>
          </a:ln>
        </p:spPr>
        <p:txBody>
          <a:bodyPr spcFirstLastPara="1" wrap="square" lIns="0" tIns="0" rIns="0" bIns="0" anchor="ctr" anchorCtr="0">
            <a:noAutofit/>
          </a:bodyPr>
          <a:lstStyle/>
          <a:p>
            <a:pPr>
              <a:defRPr sz="1800" b="1">
                <a:solidFill>
                  <a:srgbClr val="1C171A"/>
                </a:solidFill>
              </a:defRPr>
            </a:pPr>
            <a:r>
              <a:t>Discussion Topics — 2 Chủ Đề Trọng Tâm: 0 Discuss, 2 Approve</a:t>
            </a:r>
          </a:p>
        </p:txBody>
      </p:sp>
      <p:sp>
        <p:nvSpPr>
          <p:cNvPr id="344" name="Google Shape;344;p2"/>
          <p:cNvSpPr/>
          <p:nvPr/>
        </p:nvSpPr>
        <p:spPr>
          <a:xfrm>
            <a:off x="8394192" y="146304"/>
            <a:ext cx="384048" cy="384048"/>
          </a:xfrm>
          <a:prstGeom prst="ellipse">
            <a:avLst/>
          </a:prstGeom>
          <a:solidFill>
            <a:srgbClr val="F95396"/>
          </a:solidFill>
          <a:ln w="12700" cap="flat" cmpd="sng">
            <a:solidFill>
              <a:srgbClr val="F9539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 name="Google Shape;345;p2"/>
          <p:cNvSpPr/>
          <p:nvPr/>
        </p:nvSpPr>
        <p:spPr>
          <a:xfrm>
            <a:off x="8394192" y="146304"/>
            <a:ext cx="384048" cy="38404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400"/>
              <a:buFont typeface="Calibri"/>
              <a:buNone/>
            </a:pPr>
            <a:r>
              <a:rPr lang="en-US" sz="1400" b="1" i="0" u="none" strike="noStrike" cap="none">
                <a:solidFill>
                  <a:srgbClr val="FFFFFF"/>
                </a:solidFill>
                <a:latin typeface="Calibri"/>
                <a:ea typeface="Calibri"/>
                <a:cs typeface="Calibri"/>
                <a:sym typeface="Calibri"/>
              </a:rPr>
              <a:t>D</a:t>
            </a:r>
            <a:endParaRPr sz="1400" b="0" i="0" u="none" strike="noStrike" cap="none">
              <a:solidFill>
                <a:schemeClr val="dk1"/>
              </a:solidFill>
              <a:latin typeface="Calibri"/>
              <a:ea typeface="Calibri"/>
              <a:cs typeface="Calibri"/>
              <a:sym typeface="Calibri"/>
            </a:endParaRPr>
          </a:p>
        </p:txBody>
      </p:sp>
      <p:sp>
        <p:nvSpPr>
          <p:cNvPr id="346" name="Google Shape;346;p2"/>
          <p:cNvSpPr/>
          <p:nvPr/>
        </p:nvSpPr>
        <p:spPr>
          <a:xfrm>
            <a:off x="8119872" y="548640"/>
            <a:ext cx="932688" cy="164592"/>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95396"/>
              </a:buClr>
              <a:buSzPts val="750"/>
              <a:buFont typeface="Calibri"/>
              <a:buNone/>
            </a:pPr>
            <a:r>
              <a:rPr lang="en-US" sz="750" b="0" i="0" u="none" strike="noStrike" cap="none">
                <a:solidFill>
                  <a:srgbClr val="F95396"/>
                </a:solidFill>
                <a:latin typeface="Calibri"/>
                <a:ea typeface="Calibri"/>
                <a:cs typeface="Calibri"/>
                <a:sym typeface="Calibri"/>
              </a:rPr>
              <a:t>Discussion</a:t>
            </a:r>
            <a:endParaRPr sz="750" b="0" i="0" u="none" strike="noStrike" cap="none">
              <a:solidFill>
                <a:schemeClr val="dk1"/>
              </a:solidFill>
              <a:latin typeface="Calibri"/>
              <a:ea typeface="Calibri"/>
              <a:cs typeface="Calibri"/>
              <a:sym typeface="Calibri"/>
            </a:endParaRPr>
          </a:p>
        </p:txBody>
      </p:sp>
      <p:sp>
        <p:nvSpPr>
          <p:cNvPr id="347" name="Google Shape;347;p2"/>
          <p:cNvSpPr/>
          <p:nvPr/>
        </p:nvSpPr>
        <p:spPr>
          <a:xfrm>
            <a:off x="320040" y="4873752"/>
            <a:ext cx="7315200" cy="182880"/>
          </a:xfrm>
          <a:prstGeom prst="rect">
            <a:avLst/>
          </a:prstGeom>
          <a:noFill/>
          <a:ln>
            <a:noFill/>
          </a:ln>
        </p:spPr>
        <p:txBody>
          <a:bodyPr spcFirstLastPara="1" wrap="square" lIns="0" tIns="0" rIns="0" bIns="0" anchor="ctr" anchorCtr="0">
            <a:noAutofit/>
          </a:bodyPr>
          <a:lstStyle/>
          <a:p>
            <a:pPr>
              <a:defRPr sz="900">
                <a:solidFill>
                  <a:srgbClr val="5C5060"/>
                </a:solidFill>
              </a:defRPr>
            </a:pPr>
            <a:r>
              <a:t>Nguồn: GA4 &amp; AppsFlyer   |   Owner: Web Platform   |   Chốt số liệu: 28/10/2026</a:t>
            </a:r>
          </a:p>
        </p:txBody>
      </p:sp>
      <p:sp>
        <p:nvSpPr>
          <p:cNvPr id="348" name="Google Shape;348;p2"/>
          <p:cNvSpPr/>
          <p:nvPr/>
        </p:nvSpPr>
        <p:spPr>
          <a:xfrm>
            <a:off x="8321040" y="4873752"/>
            <a:ext cx="502920" cy="182880"/>
          </a:xfrm>
          <a:prstGeom prst="rect">
            <a:avLst/>
          </a:prstGeom>
          <a:noFill/>
          <a:ln>
            <a:noFill/>
          </a:ln>
        </p:spPr>
        <p:txBody>
          <a:bodyPr spcFirstLastPara="1" wrap="square" lIns="0" tIns="0" rIns="0" bIns="0" anchor="ctr" anchorCtr="0">
            <a:noAutofit/>
          </a:bodyPr>
          <a:lstStyle/>
          <a:p>
            <a:pPr>
              <a:defRPr sz="900">
                <a:solidFill>
                  <a:srgbClr val="5C5060"/>
                </a:solidFill>
              </a:defRPr>
            </a:pPr>
            <a:r>
              <a:t>2 / 8</a:t>
            </a:r>
          </a:p>
        </p:txBody>
      </p:sp>
      <p:graphicFrame>
        <p:nvGraphicFramePr>
          <p:cNvPr id="349" name="Google Shape;349;p2"/>
          <p:cNvGraphicFramePr/>
          <p:nvPr/>
        </p:nvGraphicFramePr>
        <p:xfrm>
          <a:off x="274315" y="1005840"/>
          <a:ext cx="8503920" cy="1536192"/>
        </p:xfrm>
        <a:graphic>
          <a:graphicData uri="http://schemas.openxmlformats.org/drawingml/2006/table">
            <a:tbl>
              <a:tblPr>
                <a:noFill/>
                <a:tableStyleId>{E4150D1B-22CA-4B41-9D43-DA15F05A9917}</a:tableStyleId>
              </a:tblPr>
              <a:tblGrid>
                <a:gridCol w="3200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77724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gridCol w="1325880">
                  <a:extLst>
                    <a:ext uri="{9D8B030D-6E8A-4147-A177-3AD203B41FA5}">
                      <a16:colId xmlns:a16="http://schemas.microsoft.com/office/drawing/2014/main" val="20004"/>
                    </a:ext>
                  </a:extLst>
                </a:gridCol>
                <a:gridCol w="594360">
                  <a:extLst>
                    <a:ext uri="{9D8B030D-6E8A-4147-A177-3AD203B41FA5}">
                      <a16:colId xmlns:a16="http://schemas.microsoft.com/office/drawing/2014/main" val="20005"/>
                    </a:ext>
                  </a:extLst>
                </a:gridCol>
                <a:gridCol w="594360">
                  <a:extLst>
                    <a:ext uri="{9D8B030D-6E8A-4147-A177-3AD203B41FA5}">
                      <a16:colId xmlns:a16="http://schemas.microsoft.com/office/drawing/2014/main" val="20006"/>
                    </a:ext>
                  </a:extLst>
                </a:gridCol>
                <a:gridCol w="685800">
                  <a:extLst>
                    <a:ext uri="{9D8B030D-6E8A-4147-A177-3AD203B41FA5}">
                      <a16:colId xmlns:a16="http://schemas.microsoft.com/office/drawing/2014/main" val="20007"/>
                    </a:ext>
                  </a:extLst>
                </a:gridCol>
              </a:tblGrid>
              <a:tr h="256032">
                <a:tc>
                  <a:txBody>
                    <a:bodyPr/>
                    <a:lstStyle/>
                    <a:p>
                      <a:pPr algn="ctr">
                        <a:defRPr sz="900" b="1">
                          <a:solidFill>
                            <a:srgbClr val="FFFFFF"/>
                          </a:solidFill>
                        </a:defRPr>
                      </a:pPr>
                      <a:r>
                        <a:t>#</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solidFill>
                      <a:srgbClr val="A50064"/>
                    </a:solidFill>
                  </a:tcPr>
                </a:tc>
                <a:tc>
                  <a:txBody>
                    <a:bodyPr/>
                    <a:lstStyle/>
                    <a:p>
                      <a:pPr algn="l">
                        <a:defRPr sz="900" b="1">
                          <a:solidFill>
                            <a:srgbClr val="FFFFFF"/>
                          </a:solidFill>
                        </a:defRPr>
                      </a:pPr>
                      <a:r>
                        <a:t>Chủ đề</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solidFill>
                      <a:srgbClr val="A50064"/>
                    </a:solidFill>
                  </a:tcPr>
                </a:tc>
                <a:tc>
                  <a:txBody>
                    <a:bodyPr/>
                    <a:lstStyle/>
                    <a:p>
                      <a:pPr algn="ctr">
                        <a:defRPr sz="900" b="1">
                          <a:solidFill>
                            <a:srgbClr val="FFFFFF"/>
                          </a:solidFill>
                        </a:defRPr>
                      </a:pPr>
                      <a:r>
                        <a:t>Loại</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solidFill>
                      <a:srgbClr val="A50064"/>
                    </a:solidFill>
                  </a:tcPr>
                </a:tc>
                <a:tc>
                  <a:txBody>
                    <a:bodyPr/>
                    <a:lstStyle/>
                    <a:p>
                      <a:pPr algn="l">
                        <a:defRPr sz="900" b="1">
                          <a:solidFill>
                            <a:srgbClr val="FFFFFF"/>
                          </a:solidFill>
                        </a:defRPr>
                      </a:pPr>
                      <a:r>
                        <a:t>Cần CEO/BOM quyết định / hỗ trợ gì</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solidFill>
                      <a:srgbClr val="A50064"/>
                    </a:solidFill>
                  </a:tcPr>
                </a:tc>
                <a:tc>
                  <a:txBody>
                    <a:bodyPr/>
                    <a:lstStyle/>
                    <a:p>
                      <a:pPr algn="l">
                        <a:defRPr sz="900" b="1">
                          <a:solidFill>
                            <a:srgbClr val="FFFFFF"/>
                          </a:solidFill>
                        </a:defRPr>
                      </a:pPr>
                      <a:r>
                        <a:t>Tác động</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solidFill>
                      <a:srgbClr val="A50064"/>
                    </a:solidFill>
                  </a:tcPr>
                </a:tc>
                <a:tc>
                  <a:txBody>
                    <a:bodyPr/>
                    <a:lstStyle/>
                    <a:p>
                      <a:pPr algn="ctr">
                        <a:defRPr sz="900" b="1">
                          <a:solidFill>
                            <a:srgbClr val="FFFFFF"/>
                          </a:solidFill>
                        </a:defRPr>
                      </a:pPr>
                      <a:r>
                        <a:t>Hạn</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solidFill>
                      <a:srgbClr val="A50064"/>
                    </a:solidFill>
                  </a:tcPr>
                </a:tc>
                <a:tc>
                  <a:txBody>
                    <a:bodyPr/>
                    <a:lstStyle/>
                    <a:p>
                      <a:pPr algn="ctr">
                        <a:defRPr sz="900" b="1">
                          <a:solidFill>
                            <a:srgbClr val="FFFFFF"/>
                          </a:solidFill>
                        </a:defRPr>
                      </a:pPr>
                      <a:r>
                        <a:t>Ưu tiên</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solidFill>
                      <a:srgbClr val="A50064"/>
                    </a:solidFill>
                  </a:tcPr>
                </a:tc>
                <a:tc>
                  <a:txBody>
                    <a:bodyPr/>
                    <a:lstStyle/>
                    <a:p>
                      <a:pPr algn="ctr">
                        <a:defRPr sz="900" b="1">
                          <a:solidFill>
                            <a:srgbClr val="FFFFFF"/>
                          </a:solidFill>
                        </a:defRPr>
                      </a:pPr>
                      <a:r>
                        <a:t>Chi tiết</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solidFill>
                      <a:srgbClr val="A50064"/>
                    </a:solidFill>
                  </a:tcPr>
                </a:tc>
                <a:extLst>
                  <a:ext uri="{0D108BD9-81ED-4DB2-BD59-A6C34878D82A}">
                    <a16:rowId xmlns:a16="http://schemas.microsoft.com/office/drawing/2014/main" val="10000"/>
                  </a:ext>
                </a:extLst>
              </a:tr>
              <a:tr h="640080">
                <a:tc>
                  <a:txBody>
                    <a:bodyPr/>
                    <a:lstStyle/>
                    <a:p>
                      <a:pPr algn="ctr">
                        <a:defRPr sz="900" b="1"/>
                      </a:pPr>
                      <a:r>
                        <a:t>1</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tcPr>
                </a:tc>
                <a:tc>
                  <a:txBody>
                    <a:bodyPr/>
                    <a:lstStyle/>
                    <a:p>
                      <a:pPr algn="l">
                        <a:defRPr sz="900" b="1"/>
                      </a:pPr>
                      <a:r>
                        <a:t>Chuẩn Hóa Cổng Chuyển Đổi Web-to-App (/tai-app) &amp; Đo Lường OneLink</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tcPr>
                </a:tc>
                <a:tc>
                  <a:txBody>
                    <a:bodyPr/>
                    <a:lstStyle/>
                    <a:p>
                      <a:pPr algn="ctr">
                        <a:defRPr sz="800" b="1">
                          <a:solidFill>
                            <a:srgbClr val="D82D8B"/>
                          </a:solidFill>
                        </a:defRPr>
                      </a:pPr>
                      <a:r>
                        <a:t>Approve</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tcPr>
                </a:tc>
                <a:tc>
                  <a:txBody>
                    <a:bodyPr/>
                    <a:lstStyle/>
                    <a:p>
                      <a:pPr algn="l">
                        <a:defRPr sz="850" b="0"/>
                      </a:pPr>
                      <a:r>
                        <a:t>Ban hành quy chuẩn kỹ thuật bắt buộc: Toàn bộ nút bấm, banner tải app trên Web (momo.vn) phải đi qua gateway /tai-app và gắn OneLink chuẩn; không dùng link Store trực tiếp.</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tcPr>
                </a:tc>
                <a:tc>
                  <a:txBody>
                    <a:bodyPr/>
                    <a:lstStyle/>
                    <a:p>
                      <a:pPr algn="l">
                        <a:defRPr sz="850" b="0">
                          <a:solidFill>
                            <a:srgbClr val="059669"/>
                          </a:solidFill>
                        </a:defRPr>
                      </a:pPr>
                      <a:r>
                        <a:t>Bảo toàn 100% attribution; duy trì CVR tải app 21.1%; bảo đảm cán đích 30.000 install Q4</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tcPr>
                </a:tc>
                <a:tc>
                  <a:txBody>
                    <a:bodyPr/>
                    <a:lstStyle/>
                    <a:p>
                      <a:pPr algn="ctr">
                        <a:defRPr sz="850" b="1"/>
                      </a:pPr>
                      <a:r>
                        <a:t>31/10</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tcPr>
                </a:tc>
                <a:tc>
                  <a:txBody>
                    <a:bodyPr/>
                    <a:lstStyle/>
                    <a:p>
                      <a:pPr algn="ctr">
                        <a:defRPr sz="850" b="1">
                          <a:solidFill>
                            <a:srgbClr val="B91C1C"/>
                          </a:solidFill>
                        </a:defRPr>
                      </a:pPr>
                      <a:r>
                        <a:t>CAO</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tcPr>
                </a:tc>
                <a:tc>
                  <a:txBody>
                    <a:bodyPr/>
                    <a:lstStyle/>
                    <a:p>
                      <a:pPr algn="ctr">
                        <a:defRPr sz="850" b="1">
                          <a:solidFill>
                            <a:srgbClr val="D82D8B"/>
                          </a:solidFill>
                        </a:defRPr>
                      </a:pPr>
                      <a:r>
                        <a:t>Slide 3</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tcPr>
                </a:tc>
                <a:extLst>
                  <a:ext uri="{0D108BD9-81ED-4DB2-BD59-A6C34878D82A}">
                    <a16:rowId xmlns:a16="http://schemas.microsoft.com/office/drawing/2014/main" val="10001"/>
                  </a:ext>
                </a:extLst>
              </a:tr>
              <a:tr h="640080">
                <a:tc>
                  <a:txBody>
                    <a:bodyPr/>
                    <a:lstStyle/>
                    <a:p>
                      <a:pPr algn="ctr">
                        <a:defRPr sz="900" b="1"/>
                      </a:pPr>
                      <a:r>
                        <a:t>2</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tcPr>
                </a:tc>
                <a:tc>
                  <a:txBody>
                    <a:bodyPr/>
                    <a:lstStyle/>
                    <a:p>
                      <a:pPr algn="l">
                        <a:defRPr sz="900" b="1"/>
                      </a:pPr>
                      <a:r>
                        <a:t>Phê Duyệt Gói Pilot Off-Page SEO Cinema Hub (125 Triệu VNĐ)</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tcPr>
                </a:tc>
                <a:tc>
                  <a:txBody>
                    <a:bodyPr/>
                    <a:lstStyle/>
                    <a:p>
                      <a:pPr algn="ctr">
                        <a:defRPr sz="800" b="1">
                          <a:solidFill>
                            <a:srgbClr val="D82D8B"/>
                          </a:solidFill>
                        </a:defRPr>
                      </a:pPr>
                      <a:r>
                        <a:t>Approve</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tcPr>
                </a:tc>
                <a:tc>
                  <a:txBody>
                    <a:bodyPr/>
                    <a:lstStyle/>
                    <a:p>
                      <a:pPr algn="l">
                        <a:defRPr sz="850" b="0"/>
                      </a:pPr>
                      <a:r>
                        <a:t>Phê duyệt ngân sách 125 triệu VNĐ (3 tháng), ký trực tiếp mạng lưới đối tác báo chí lớn; giao HR &amp; Pháp chế hỗ trợ thủ tục trước 05/11.</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tcPr>
                </a:tc>
                <a:tc>
                  <a:txBody>
                    <a:bodyPr/>
                    <a:lstStyle/>
                    <a:p>
                      <a:pPr algn="l">
                        <a:defRPr sz="850" b="0">
                          <a:solidFill>
                            <a:srgbClr val="4F46E5"/>
                          </a:solidFill>
                        </a:defRPr>
                      </a:pPr>
                      <a:r>
                        <a:t>Đưa cụm rạp đạt Top 5.5 Google và tối ưu thứ hạng AI Search trước Tết 2027</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tcPr>
                </a:tc>
                <a:tc>
                  <a:txBody>
                    <a:bodyPr/>
                    <a:lstStyle/>
                    <a:p>
                      <a:pPr algn="ctr">
                        <a:defRPr sz="850" b="1"/>
                      </a:pPr>
                      <a:r>
                        <a:t>05/11</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tcPr>
                </a:tc>
                <a:tc>
                  <a:txBody>
                    <a:bodyPr/>
                    <a:lstStyle/>
                    <a:p>
                      <a:pPr algn="ctr">
                        <a:defRPr sz="850" b="1">
                          <a:solidFill>
                            <a:srgbClr val="B91C1C"/>
                          </a:solidFill>
                        </a:defRPr>
                      </a:pPr>
                      <a:r>
                        <a:t>CAO</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tcPr>
                </a:tc>
                <a:tc>
                  <a:txBody>
                    <a:bodyPr/>
                    <a:lstStyle/>
                    <a:p>
                      <a:pPr algn="ctr">
                        <a:defRPr sz="850" b="1">
                          <a:solidFill>
                            <a:srgbClr val="D82D8B"/>
                          </a:solidFill>
                        </a:defRPr>
                      </a:pPr>
                      <a:r>
                        <a:t>Slide 4</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
        <p:nvSpPr>
          <p:cNvPr id="350" name="Google Shape;350;p2"/>
          <p:cNvSpPr/>
          <p:nvPr/>
        </p:nvSpPr>
        <p:spPr>
          <a:xfrm>
            <a:off x="274378" y="3360073"/>
            <a:ext cx="8503800" cy="543600"/>
          </a:xfrm>
          <a:prstGeom prst="rect">
            <a:avLst/>
          </a:prstGeom>
          <a:solidFill>
            <a:srgbClr val="FFFFFF"/>
          </a:solidFill>
          <a:ln w="12700" cap="flat" cmpd="sng">
            <a:solidFill>
              <a:srgbClr val="E0E0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 name="Google Shape;351;p2"/>
          <p:cNvSpPr/>
          <p:nvPr/>
        </p:nvSpPr>
        <p:spPr>
          <a:xfrm>
            <a:off x="411538" y="3533766"/>
            <a:ext cx="1051500" cy="196200"/>
          </a:xfrm>
          <a:prstGeom prst="roundRect">
            <a:avLst>
              <a:gd name="adj" fmla="val 27942"/>
            </a:avLst>
          </a:prstGeom>
          <a:solidFill>
            <a:srgbClr val="FFE3ED"/>
          </a:solidFill>
          <a:ln w="12700" cap="flat" cmpd="sng">
            <a:solidFill>
              <a:srgbClr val="FFE3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 name="Google Shape;352;p2"/>
          <p:cNvSpPr/>
          <p:nvPr/>
        </p:nvSpPr>
        <p:spPr>
          <a:xfrm>
            <a:off x="411538" y="3533766"/>
            <a:ext cx="1051500" cy="196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A50064"/>
              </a:buClr>
              <a:buSzPts val="900"/>
              <a:buFont typeface="Calibri"/>
              <a:buNone/>
            </a:pPr>
            <a:r>
              <a:rPr lang="en-US" sz="900" b="1" i="0" u="none" strike="noStrike" cap="none">
                <a:solidFill>
                  <a:srgbClr val="A50064"/>
                </a:solidFill>
                <a:latin typeface="Calibri"/>
                <a:ea typeface="Calibri"/>
                <a:cs typeface="Calibri"/>
                <a:sym typeface="Calibri"/>
              </a:rPr>
              <a:t>Nội dung chính</a:t>
            </a:r>
            <a:endParaRPr sz="900" b="0" i="0" u="none" strike="noStrike" cap="none">
              <a:solidFill>
                <a:schemeClr val="dk1"/>
              </a:solidFill>
              <a:latin typeface="Calibri"/>
              <a:ea typeface="Calibri"/>
              <a:cs typeface="Calibri"/>
              <a:sym typeface="Calibri"/>
            </a:endParaRPr>
          </a:p>
        </p:txBody>
      </p:sp>
      <p:sp>
        <p:nvSpPr>
          <p:cNvPr id="353" name="Google Shape;353;p2"/>
          <p:cNvSpPr/>
          <p:nvPr/>
        </p:nvSpPr>
        <p:spPr>
          <a:xfrm>
            <a:off x="1645978" y="3397832"/>
            <a:ext cx="6995100" cy="468300"/>
          </a:xfrm>
          <a:prstGeom prst="rect">
            <a:avLst/>
          </a:prstGeom>
          <a:noFill/>
          <a:ln>
            <a:noFill/>
          </a:ln>
        </p:spPr>
        <p:txBody>
          <a:bodyPr spcFirstLastPara="1" wrap="square" lIns="0" tIns="0" rIns="0" bIns="0" anchor="ctr" anchorCtr="0">
            <a:noAutofit/>
          </a:bodyPr>
          <a:lstStyle/>
          <a:p>
            <a:pPr>
              <a:defRPr sz="1000">
                <a:solidFill>
                  <a:srgbClr val="1C171A"/>
                </a:solidFill>
              </a:defRPr>
            </a:pPr>
            <a:r>
              <a:t>• 01. Cổng Web-to-App tập trung: Ban hành quy chuẩn bắt buộc mọi luồng tải app trên Web qua gateway /tai-app để gom 100% attribution và đạt 30.000 install Q4.</a:t>
            </a:r>
          </a:p>
          <a:p>
            <a:pPr>
              <a:defRPr sz="1000">
                <a:solidFill>
                  <a:srgbClr val="1C171A"/>
                </a:solidFill>
              </a:defRPr>
            </a:pPr>
            <a:r>
              <a:t>• 02. Gói Pilot SEO Cinema Hub: Phê duyệt 125 triệu VNĐ (3 tháng) đưa cụm rạp đối tác đạt Top 5.5 Google trước mùa phim Tết 2027.</a:t>
            </a:r>
          </a:p>
          <a:p>
            <a:pPr>
              <a:defRPr sz="1000">
                <a:solidFill>
                  <a:srgbClr val="1C171A"/>
                </a:solidFill>
              </a:defRPr>
            </a:pPr>
            <a:r>
              <a:t>• 03. Kỷ luật phê duyệt: Hoàn tất phê duyệt trước 05/11/2026 để kịp ký kết hợp đồng đối tác báo chí và hoàn thành tuyển dụng nhân sự in-house.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77"/>
        <p:cNvGrpSpPr/>
        <p:nvPr/>
      </p:nvGrpSpPr>
      <p:grpSpPr>
        <a:xfrm>
          <a:off x="0" y="0"/>
          <a:ext cx="0" cy="0"/>
          <a:chOff x="0" y="0"/>
          <a:chExt cx="0" cy="0"/>
        </a:xfrm>
      </p:grpSpPr>
      <p:sp>
        <p:nvSpPr>
          <p:cNvPr id="379" name="Google Shape;379;p3"/>
          <p:cNvSpPr/>
          <p:nvPr/>
        </p:nvSpPr>
        <p:spPr>
          <a:xfrm>
            <a:off x="320050" y="347475"/>
            <a:ext cx="8281500" cy="530400"/>
          </a:xfrm>
          <a:prstGeom prst="rect">
            <a:avLst/>
          </a:prstGeom>
          <a:noFill/>
          <a:ln>
            <a:noFill/>
          </a:ln>
        </p:spPr>
        <p:txBody>
          <a:bodyPr spcFirstLastPara="1" wrap="square" lIns="0" tIns="0" rIns="0" bIns="0" anchor="ctr" anchorCtr="0">
            <a:noAutofit/>
          </a:bodyPr>
          <a:lstStyle/>
          <a:p>
            <a:pPr>
              <a:defRPr sz="1800" b="1">
                <a:solidFill>
                  <a:srgbClr val="1C171A"/>
                </a:solidFill>
              </a:defRPr>
            </a:pPr>
            <a:r>
              <a:t>Đề Xuất 1: Chuẩn Hóa Cổng Web-to-App (/tai-app) &amp; Quy Chuẩn Đo Lường OneLink Toàn Web</a:t>
            </a:r>
          </a:p>
        </p:txBody>
      </p:sp>
      <p:sp>
        <p:nvSpPr>
          <p:cNvPr id="380" name="Google Shape;380;p3"/>
          <p:cNvSpPr/>
          <p:nvPr/>
        </p:nvSpPr>
        <p:spPr>
          <a:xfrm>
            <a:off x="8394192" y="146304"/>
            <a:ext cx="384048" cy="384048"/>
          </a:xfrm>
          <a:prstGeom prst="ellipse">
            <a:avLst/>
          </a:prstGeom>
          <a:solidFill>
            <a:srgbClr val="F95396"/>
          </a:solidFill>
          <a:ln w="12700" cap="flat" cmpd="sng">
            <a:solidFill>
              <a:srgbClr val="F9539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3"/>
          <p:cNvSpPr/>
          <p:nvPr/>
        </p:nvSpPr>
        <p:spPr>
          <a:xfrm>
            <a:off x="8394192" y="146304"/>
            <a:ext cx="384000" cy="3840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400"/>
              <a:buFont typeface="Calibri"/>
              <a:buNone/>
            </a:pPr>
            <a:r>
              <a:rPr lang="en-US" sz="1400" b="1" i="0" u="none" strike="noStrike" cap="none">
                <a:solidFill>
                  <a:srgbClr val="FFFFFF"/>
                </a:solidFill>
                <a:latin typeface="Calibri"/>
                <a:ea typeface="Calibri"/>
                <a:cs typeface="Calibri"/>
                <a:sym typeface="Calibri"/>
              </a:rPr>
              <a:t>D</a:t>
            </a:r>
            <a:endParaRPr sz="1400" b="0" i="0" u="none" strike="noStrike" cap="none">
              <a:solidFill>
                <a:schemeClr val="dk1"/>
              </a:solidFill>
              <a:latin typeface="Calibri"/>
              <a:ea typeface="Calibri"/>
              <a:cs typeface="Calibri"/>
              <a:sym typeface="Calibri"/>
            </a:endParaRPr>
          </a:p>
        </p:txBody>
      </p:sp>
      <p:sp>
        <p:nvSpPr>
          <p:cNvPr id="382" name="Google Shape;382;p3"/>
          <p:cNvSpPr/>
          <p:nvPr/>
        </p:nvSpPr>
        <p:spPr>
          <a:xfrm>
            <a:off x="8119872" y="548640"/>
            <a:ext cx="932688" cy="164592"/>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95396"/>
              </a:buClr>
              <a:buSzPts val="750"/>
              <a:buFont typeface="Calibri"/>
              <a:buNone/>
            </a:pPr>
            <a:r>
              <a:rPr lang="en-US" sz="750" b="0" i="0" u="none" strike="noStrike" cap="none">
                <a:solidFill>
                  <a:srgbClr val="F95396"/>
                </a:solidFill>
                <a:latin typeface="Calibri"/>
                <a:ea typeface="Calibri"/>
                <a:cs typeface="Calibri"/>
                <a:sym typeface="Calibri"/>
              </a:rPr>
              <a:t>Discussion</a:t>
            </a:r>
            <a:endParaRPr sz="750" b="0" i="0" u="none" strike="noStrike" cap="none">
              <a:solidFill>
                <a:schemeClr val="dk1"/>
              </a:solidFill>
              <a:latin typeface="Calibri"/>
              <a:ea typeface="Calibri"/>
              <a:cs typeface="Calibri"/>
              <a:sym typeface="Calibri"/>
            </a:endParaRPr>
          </a:p>
        </p:txBody>
      </p:sp>
      <p:sp>
        <p:nvSpPr>
          <p:cNvPr id="383" name="Google Shape;383;p3"/>
          <p:cNvSpPr/>
          <p:nvPr/>
        </p:nvSpPr>
        <p:spPr>
          <a:xfrm>
            <a:off x="320040" y="4873752"/>
            <a:ext cx="7315200" cy="182880"/>
          </a:xfrm>
          <a:prstGeom prst="rect">
            <a:avLst/>
          </a:prstGeom>
          <a:noFill/>
          <a:ln>
            <a:noFill/>
          </a:ln>
        </p:spPr>
        <p:txBody>
          <a:bodyPr spcFirstLastPara="1" wrap="square" lIns="0" tIns="0" rIns="0" bIns="0" anchor="ctr" anchorCtr="0">
            <a:noAutofit/>
          </a:bodyPr>
          <a:lstStyle/>
          <a:p>
            <a:pPr>
              <a:defRPr sz="900">
                <a:solidFill>
                  <a:srgbClr val="5C5060"/>
                </a:solidFill>
              </a:defRPr>
            </a:pPr>
            <a:r>
              <a:t>Nguồn: GA4 &amp; AppsFlyer   |   Owner: Web Platform   |   Chốt số liệu: 28/10/2026</a:t>
            </a:r>
          </a:p>
        </p:txBody>
      </p:sp>
      <p:sp>
        <p:nvSpPr>
          <p:cNvPr id="384" name="Google Shape;384;p3"/>
          <p:cNvSpPr/>
          <p:nvPr/>
        </p:nvSpPr>
        <p:spPr>
          <a:xfrm>
            <a:off x="8321040" y="4873752"/>
            <a:ext cx="502920" cy="182880"/>
          </a:xfrm>
          <a:prstGeom prst="rect">
            <a:avLst/>
          </a:prstGeom>
          <a:noFill/>
          <a:ln>
            <a:noFill/>
          </a:ln>
        </p:spPr>
        <p:txBody>
          <a:bodyPr spcFirstLastPara="1" wrap="square" lIns="0" tIns="0" rIns="0" bIns="0" anchor="ctr" anchorCtr="0">
            <a:noAutofit/>
          </a:bodyPr>
          <a:lstStyle/>
          <a:p>
            <a:pPr>
              <a:defRPr sz="900">
                <a:solidFill>
                  <a:srgbClr val="5C5060"/>
                </a:solidFill>
              </a:defRPr>
            </a:pPr>
            <a:r>
              <a:t>3 / 8</a:t>
            </a:r>
          </a:p>
        </p:txBody>
      </p:sp>
      <p:sp>
        <p:nvSpPr>
          <p:cNvPr id="385" name="Google Shape;385;p3"/>
          <p:cNvSpPr/>
          <p:nvPr/>
        </p:nvSpPr>
        <p:spPr>
          <a:xfrm>
            <a:off x="274340" y="985856"/>
            <a:ext cx="5303400" cy="604200"/>
          </a:xfrm>
          <a:prstGeom prst="rect">
            <a:avLst/>
          </a:prstGeom>
          <a:solidFill>
            <a:srgbClr val="FFFFFF"/>
          </a:solidFill>
          <a:ln w="12700" cap="flat" cmpd="sng">
            <a:solidFill>
              <a:srgbClr val="E0E0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 name="Google Shape;386;p3"/>
          <p:cNvSpPr/>
          <p:nvPr/>
        </p:nvSpPr>
        <p:spPr>
          <a:xfrm>
            <a:off x="411500" y="1189756"/>
            <a:ext cx="1097400" cy="196200"/>
          </a:xfrm>
          <a:prstGeom prst="roundRect">
            <a:avLst>
              <a:gd name="adj" fmla="val 27942"/>
            </a:avLst>
          </a:prstGeom>
          <a:solidFill>
            <a:srgbClr val="FFE3ED"/>
          </a:solidFill>
          <a:ln w="12700" cap="flat" cmpd="sng">
            <a:solidFill>
              <a:srgbClr val="FFE3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 name="Google Shape;387;p3"/>
          <p:cNvSpPr/>
          <p:nvPr/>
        </p:nvSpPr>
        <p:spPr>
          <a:xfrm>
            <a:off x="411500" y="1189756"/>
            <a:ext cx="1097400" cy="196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A50064"/>
              </a:buClr>
              <a:buSzPts val="900"/>
              <a:buFont typeface="Calibri"/>
              <a:buNone/>
            </a:pPr>
            <a:r>
              <a:rPr lang="en-US" sz="900" b="1" i="0" u="none" strike="noStrike" cap="none">
                <a:solidFill>
                  <a:srgbClr val="A50064"/>
                </a:solidFill>
                <a:latin typeface="Calibri"/>
                <a:ea typeface="Calibri"/>
                <a:cs typeface="Calibri"/>
                <a:sym typeface="Calibri"/>
              </a:rPr>
              <a:t>Problem statement</a:t>
            </a:r>
            <a:endParaRPr sz="900" b="0" i="0" u="none" strike="noStrike" cap="none">
              <a:solidFill>
                <a:schemeClr val="dk1"/>
              </a:solidFill>
              <a:latin typeface="Calibri"/>
              <a:ea typeface="Calibri"/>
              <a:cs typeface="Calibri"/>
              <a:sym typeface="Calibri"/>
            </a:endParaRPr>
          </a:p>
        </p:txBody>
      </p:sp>
      <p:sp>
        <p:nvSpPr>
          <p:cNvPr id="388" name="Google Shape;388;p3"/>
          <p:cNvSpPr/>
          <p:nvPr/>
        </p:nvSpPr>
        <p:spPr>
          <a:xfrm>
            <a:off x="1645940" y="1023615"/>
            <a:ext cx="3840600" cy="528600"/>
          </a:xfrm>
          <a:prstGeom prst="rect">
            <a:avLst/>
          </a:prstGeom>
          <a:noFill/>
          <a:ln>
            <a:noFill/>
          </a:ln>
        </p:spPr>
        <p:txBody>
          <a:bodyPr spcFirstLastPara="1" wrap="square" lIns="0" tIns="0" rIns="0" bIns="0" anchor="ctr" anchorCtr="0">
            <a:noAutofit/>
          </a:bodyPr>
          <a:lstStyle/>
          <a:p>
            <a:pPr>
              <a:defRPr sz="950">
                <a:solidFill>
                  <a:srgbClr val="1C171A"/>
                </a:solidFill>
              </a:defRPr>
            </a:pPr>
            <a:r>
              <a:t>Nhiều landing page của các BU và chiến dịch truyền thông vẫn sử dụng link trực tiếp dẫn vào Store hoặc link rút gọn không chuẩn. Hệ quả là đứt gãy luồng Smart Device Routing, thất thoát từ 15% - 25% dữ liệu attribution trên AppsFlyer, và không đo lường được tỷ lệ người dùng liên kết ngân hàng (Map Bank).</a:t>
            </a:r>
          </a:p>
        </p:txBody>
      </p:sp>
      <p:sp>
        <p:nvSpPr>
          <p:cNvPr id="389" name="Google Shape;389;p3"/>
          <p:cNvSpPr/>
          <p:nvPr/>
        </p:nvSpPr>
        <p:spPr>
          <a:xfrm>
            <a:off x="274340" y="1650420"/>
            <a:ext cx="5303400" cy="604200"/>
          </a:xfrm>
          <a:prstGeom prst="rect">
            <a:avLst/>
          </a:prstGeom>
          <a:solidFill>
            <a:srgbClr val="FFFFFF"/>
          </a:solidFill>
          <a:ln w="12700" cap="flat" cmpd="sng">
            <a:solidFill>
              <a:srgbClr val="E0E0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 name="Google Shape;390;p3"/>
          <p:cNvSpPr/>
          <p:nvPr/>
        </p:nvSpPr>
        <p:spPr>
          <a:xfrm>
            <a:off x="411500" y="1854321"/>
            <a:ext cx="1097400" cy="196200"/>
          </a:xfrm>
          <a:prstGeom prst="roundRect">
            <a:avLst>
              <a:gd name="adj" fmla="val 27942"/>
            </a:avLst>
          </a:prstGeom>
          <a:solidFill>
            <a:srgbClr val="FFE3ED"/>
          </a:solidFill>
          <a:ln w="12700" cap="flat" cmpd="sng">
            <a:solidFill>
              <a:srgbClr val="FFE3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3"/>
          <p:cNvSpPr/>
          <p:nvPr/>
        </p:nvSpPr>
        <p:spPr>
          <a:xfrm>
            <a:off x="411500" y="1854321"/>
            <a:ext cx="1097400" cy="196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A50064"/>
              </a:buClr>
              <a:buSzPts val="900"/>
              <a:buFont typeface="Calibri"/>
              <a:buNone/>
            </a:pPr>
            <a:r>
              <a:rPr lang="en-US" sz="900" b="1" i="0" u="none" strike="noStrike" cap="none">
                <a:solidFill>
                  <a:srgbClr val="A50064"/>
                </a:solidFill>
                <a:latin typeface="Calibri"/>
                <a:ea typeface="Calibri"/>
                <a:cs typeface="Calibri"/>
                <a:sym typeface="Calibri"/>
              </a:rPr>
              <a:t>Bối cảnh</a:t>
            </a:r>
            <a:endParaRPr sz="900" b="0" i="0" u="none" strike="noStrike" cap="none">
              <a:solidFill>
                <a:schemeClr val="dk1"/>
              </a:solidFill>
              <a:latin typeface="Calibri"/>
              <a:ea typeface="Calibri"/>
              <a:cs typeface="Calibri"/>
              <a:sym typeface="Calibri"/>
            </a:endParaRPr>
          </a:p>
        </p:txBody>
      </p:sp>
      <p:sp>
        <p:nvSpPr>
          <p:cNvPr id="392" name="Google Shape;392;p3"/>
          <p:cNvSpPr/>
          <p:nvPr/>
        </p:nvSpPr>
        <p:spPr>
          <a:xfrm>
            <a:off x="1645940" y="1688180"/>
            <a:ext cx="3840600" cy="528600"/>
          </a:xfrm>
          <a:prstGeom prst="rect">
            <a:avLst/>
          </a:prstGeom>
          <a:noFill/>
          <a:ln>
            <a:noFill/>
          </a:ln>
        </p:spPr>
        <p:txBody>
          <a:bodyPr spcFirstLastPara="1" wrap="square" lIns="0" tIns="0" rIns="0" bIns="0" anchor="ctr" anchorCtr="0">
            <a:noAutofit/>
          </a:bodyPr>
          <a:lstStyle/>
          <a:p>
            <a:pPr>
              <a:defRPr sz="950">
                <a:solidFill>
                  <a:srgbClr val="1C171A"/>
                </a:solidFill>
              </a:defRPr>
            </a:pPr>
            <a:r>
              <a:t>Kỹ sư Platform đã chính thức đưa cổng /tai-app lên Production với công nghệ Smart Routing (tự mở Store theo OS, hiển thị Dynamic QR trên Desktop). Tháng 10 ghi nhận 9.824 lượt cài app qua OneLink (CVR đạt 21.1%). Chuẩn hóa cổng tập trung sẽ bảo đảm Web đóng góp trọn vẹn 30.000 installs trong Quý 4/2026 theo chỉ đạo của CEO anh Tường.</a:t>
            </a:r>
          </a:p>
        </p:txBody>
      </p:sp>
      <p:sp>
        <p:nvSpPr>
          <p:cNvPr id="393" name="Google Shape;393;p3"/>
          <p:cNvSpPr/>
          <p:nvPr/>
        </p:nvSpPr>
        <p:spPr>
          <a:xfrm>
            <a:off x="274340" y="2314985"/>
            <a:ext cx="5303400" cy="604200"/>
          </a:xfrm>
          <a:prstGeom prst="rect">
            <a:avLst/>
          </a:prstGeom>
          <a:solidFill>
            <a:srgbClr val="FFFFFF"/>
          </a:solidFill>
          <a:ln w="12700" cap="flat" cmpd="sng">
            <a:solidFill>
              <a:srgbClr val="E0E0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 name="Google Shape;394;p3"/>
          <p:cNvSpPr/>
          <p:nvPr/>
        </p:nvSpPr>
        <p:spPr>
          <a:xfrm>
            <a:off x="411500" y="2518885"/>
            <a:ext cx="1097400" cy="196200"/>
          </a:xfrm>
          <a:prstGeom prst="roundRect">
            <a:avLst>
              <a:gd name="adj" fmla="val 27942"/>
            </a:avLst>
          </a:prstGeom>
          <a:solidFill>
            <a:srgbClr val="FFE3ED"/>
          </a:solidFill>
          <a:ln w="12700" cap="flat" cmpd="sng">
            <a:solidFill>
              <a:srgbClr val="FFE3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3"/>
          <p:cNvSpPr/>
          <p:nvPr/>
        </p:nvSpPr>
        <p:spPr>
          <a:xfrm>
            <a:off x="411500" y="2518885"/>
            <a:ext cx="1097400" cy="196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A50064"/>
              </a:buClr>
              <a:buSzPts val="900"/>
              <a:buFont typeface="Calibri"/>
              <a:buNone/>
            </a:pPr>
            <a:r>
              <a:rPr lang="en-US" sz="900" b="1" i="0" u="none" strike="noStrike" cap="none">
                <a:solidFill>
                  <a:srgbClr val="A50064"/>
                </a:solidFill>
                <a:latin typeface="Calibri"/>
                <a:ea typeface="Calibri"/>
                <a:cs typeface="Calibri"/>
                <a:sym typeface="Calibri"/>
              </a:rPr>
              <a:t>Tác động</a:t>
            </a:r>
            <a:endParaRPr sz="900" b="0" i="0" u="none" strike="noStrike" cap="none">
              <a:solidFill>
                <a:schemeClr val="dk1"/>
              </a:solidFill>
              <a:latin typeface="Calibri"/>
              <a:ea typeface="Calibri"/>
              <a:cs typeface="Calibri"/>
              <a:sym typeface="Calibri"/>
            </a:endParaRPr>
          </a:p>
        </p:txBody>
      </p:sp>
      <p:sp>
        <p:nvSpPr>
          <p:cNvPr id="396" name="Google Shape;396;p3"/>
          <p:cNvSpPr/>
          <p:nvPr/>
        </p:nvSpPr>
        <p:spPr>
          <a:xfrm>
            <a:off x="1645940" y="2352744"/>
            <a:ext cx="3840600" cy="528600"/>
          </a:xfrm>
          <a:prstGeom prst="rect">
            <a:avLst/>
          </a:prstGeom>
          <a:noFill/>
          <a:ln>
            <a:noFill/>
          </a:ln>
        </p:spPr>
        <p:txBody>
          <a:bodyPr spcFirstLastPara="1" wrap="square" lIns="0" tIns="0" rIns="0" bIns="0" anchor="ctr" anchorCtr="0">
            <a:noAutofit/>
          </a:bodyPr>
          <a:lstStyle/>
          <a:p>
            <a:pPr>
              <a:defRPr sz="950">
                <a:solidFill>
                  <a:srgbClr val="1C171A"/>
                </a:solidFill>
              </a:defRPr>
            </a:pPr>
            <a:r>
              <a:t>Bảo toàn 100% dữ liệu attribution chuyển đổi Web-to-App; duy trì tỷ lệ cài đặt app 21.1% và tỷ lệ liên kết ngân hàng 21.09%; hoàn thành chỉ tiêu 30.000 install được BOM giao cho Quý 4/2026.</a:t>
            </a:r>
          </a:p>
        </p:txBody>
      </p:sp>
      <p:sp>
        <p:nvSpPr>
          <p:cNvPr id="397" name="Google Shape;397;p3"/>
          <p:cNvSpPr/>
          <p:nvPr/>
        </p:nvSpPr>
        <p:spPr>
          <a:xfrm>
            <a:off x="274340" y="3009757"/>
            <a:ext cx="5303400" cy="166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50064"/>
              </a:buClr>
              <a:buSzPts val="1000"/>
              <a:buFont typeface="Calibri"/>
              <a:buNone/>
            </a:pPr>
            <a:r>
              <a:rPr lang="en-US" sz="1000" b="1" i="0" u="none" strike="noStrike" cap="none">
                <a:solidFill>
                  <a:srgbClr val="A50064"/>
                </a:solidFill>
                <a:latin typeface="Calibri"/>
                <a:ea typeface="Calibri"/>
                <a:cs typeface="Calibri"/>
                <a:sym typeface="Calibri"/>
              </a:rPr>
              <a:t>PHƯƠNG ÁN</a:t>
            </a:r>
            <a:endParaRPr sz="1000" b="0" i="0" u="none" strike="noStrike" cap="none">
              <a:solidFill>
                <a:schemeClr val="dk1"/>
              </a:solidFill>
              <a:latin typeface="Calibri"/>
              <a:ea typeface="Calibri"/>
              <a:cs typeface="Calibri"/>
              <a:sym typeface="Calibri"/>
            </a:endParaRPr>
          </a:p>
        </p:txBody>
      </p:sp>
      <p:graphicFrame>
        <p:nvGraphicFramePr>
          <p:cNvPr id="398" name="Google Shape;398;p3"/>
          <p:cNvGraphicFramePr/>
          <p:nvPr/>
        </p:nvGraphicFramePr>
        <p:xfrm>
          <a:off x="274340" y="3191002"/>
          <a:ext cx="5303500" cy="800500"/>
        </p:xfrm>
        <a:graphic>
          <a:graphicData uri="http://schemas.openxmlformats.org/drawingml/2006/table">
            <a:tbl>
              <a:tblPr>
                <a:noFill/>
                <a:tableStyleId>{E4150D1B-22CA-4B41-9D43-DA15F05A9917}</a:tableStyleId>
              </a:tblPr>
              <a:tblGrid>
                <a:gridCol w="1005850">
                  <a:extLst>
                    <a:ext uri="{9D8B030D-6E8A-4147-A177-3AD203B41FA5}">
                      <a16:colId xmlns:a16="http://schemas.microsoft.com/office/drawing/2014/main" val="20000"/>
                    </a:ext>
                  </a:extLst>
                </a:gridCol>
                <a:gridCol w="1737350">
                  <a:extLst>
                    <a:ext uri="{9D8B030D-6E8A-4147-A177-3AD203B41FA5}">
                      <a16:colId xmlns:a16="http://schemas.microsoft.com/office/drawing/2014/main" val="20001"/>
                    </a:ext>
                  </a:extLst>
                </a:gridCol>
                <a:gridCol w="1280150">
                  <a:extLst>
                    <a:ext uri="{9D8B030D-6E8A-4147-A177-3AD203B41FA5}">
                      <a16:colId xmlns:a16="http://schemas.microsoft.com/office/drawing/2014/main" val="20002"/>
                    </a:ext>
                  </a:extLst>
                </a:gridCol>
                <a:gridCol w="1280150">
                  <a:extLst>
                    <a:ext uri="{9D8B030D-6E8A-4147-A177-3AD203B41FA5}">
                      <a16:colId xmlns:a16="http://schemas.microsoft.com/office/drawing/2014/main" val="20003"/>
                    </a:ext>
                  </a:extLst>
                </a:gridCol>
              </a:tblGrid>
              <a:tr h="196350">
                <a:tc>
                  <a:txBody>
                    <a:bodyPr/>
                    <a:lstStyle/>
                    <a:p>
                      <a:pPr algn="ctr">
                        <a:defRPr sz="900" b="1">
                          <a:solidFill>
                            <a:srgbClr val="FFFFFF"/>
                          </a:solidFill>
                        </a:defRPr>
                      </a:pPr>
                      <a:r>
                        <a:t>Phương Án</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solidFill>
                      <a:srgbClr val="A50064"/>
                    </a:solidFill>
                  </a:tcPr>
                </a:tc>
                <a:tc>
                  <a:txBody>
                    <a:bodyPr/>
                    <a:lstStyle/>
                    <a:p>
                      <a:pPr algn="l">
                        <a:defRPr sz="900" b="1">
                          <a:solidFill>
                            <a:srgbClr val="FFFFFF"/>
                          </a:solidFill>
                        </a:defRPr>
                      </a:pPr>
                      <a:r>
                        <a:t>Nội Dung Triển Khai</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solidFill>
                      <a:srgbClr val="A50064"/>
                    </a:solidFill>
                  </a:tcPr>
                </a:tc>
                <a:tc>
                  <a:txBody>
                    <a:bodyPr/>
                    <a:lstStyle/>
                    <a:p>
                      <a:pPr algn="l">
                        <a:defRPr sz="900" b="1">
                          <a:solidFill>
                            <a:srgbClr val="FFFFFF"/>
                          </a:solidFill>
                        </a:defRPr>
                      </a:pPr>
                      <a:r>
                        <a:t>Tác Động Lượng Hóa</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solidFill>
                      <a:srgbClr val="A50064"/>
                    </a:solidFill>
                  </a:tcPr>
                </a:tc>
                <a:tc>
                  <a:txBody>
                    <a:bodyPr/>
                    <a:lstStyle/>
                    <a:p>
                      <a:pPr algn="l">
                        <a:defRPr sz="900" b="1">
                          <a:solidFill>
                            <a:srgbClr val="FFFFFF"/>
                          </a:solidFill>
                        </a:defRPr>
                      </a:pPr>
                      <a:r>
                        <a:t>Đánh Giá Rủi Ro</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solidFill>
                      <a:srgbClr val="A50064"/>
                    </a:solidFill>
                  </a:tcPr>
                </a:tc>
                <a:extLst>
                  <a:ext uri="{0D108BD9-81ED-4DB2-BD59-A6C34878D82A}">
                    <a16:rowId xmlns:a16="http://schemas.microsoft.com/office/drawing/2014/main" val="10000"/>
                  </a:ext>
                </a:extLst>
              </a:tr>
              <a:tr h="302075">
                <a:tc>
                  <a:txBody>
                    <a:bodyPr/>
                    <a:lstStyle/>
                    <a:p>
                      <a:pPr algn="ctr">
                        <a:defRPr sz="850" b="1">
                          <a:solidFill>
                            <a:srgbClr val="059669"/>
                          </a:solidFill>
                        </a:defRPr>
                      </a:pPr>
                      <a:r>
                        <a:t>Phương Án A</a:t>
                      </a:r>
                      <a:br/>
                      <a:r>
                        <a:t>(Khuyến nghị)</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tcPr>
                </a:tc>
                <a:tc>
                  <a:txBody>
                    <a:bodyPr/>
                    <a:lstStyle/>
                    <a:p>
                      <a:pPr algn="l">
                        <a:defRPr sz="850" b="0"/>
                      </a:pPr>
                      <a:r>
                        <a:t>Ban hành quy định bắt buộc: 100% điểm chạm kêu gọi cài app trên domain momo.vn phải đi qua gateway /tai-app và cấu hình OneLink chuẩn từ 01/11/2026.</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tcPr>
                </a:tc>
                <a:tc>
                  <a:txBody>
                    <a:bodyPr/>
                    <a:lstStyle/>
                    <a:p>
                      <a:pPr algn="l">
                        <a:defRPr sz="850" b="0">
                          <a:solidFill>
                            <a:srgbClr val="059669"/>
                          </a:solidFill>
                        </a:defRPr>
                      </a:pPr>
                      <a:r>
                        <a:t>Gom 100% attribution, kiểm soát CVR toàn phễu đạt 21.1%, bảo đảm cán đích 30.000 install Q4.</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tcPr>
                </a:tc>
                <a:tc>
                  <a:txBody>
                    <a:bodyPr/>
                    <a:lstStyle/>
                    <a:p>
                      <a:pPr algn="l">
                        <a:defRPr sz="850" b="0"/>
                      </a:pPr>
                      <a:r>
                        <a:t>Rủi ro thấp: Hạ tầng /tai-app đã chạy ổn định trên Production.</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tcPr>
                </a:tc>
                <a:extLst>
                  <a:ext uri="{0D108BD9-81ED-4DB2-BD59-A6C34878D82A}">
                    <a16:rowId xmlns:a16="http://schemas.microsoft.com/office/drawing/2014/main" val="10001"/>
                  </a:ext>
                </a:extLst>
              </a:tr>
              <a:tr h="302075">
                <a:tc>
                  <a:txBody>
                    <a:bodyPr/>
                    <a:lstStyle/>
                    <a:p>
                      <a:pPr algn="ctr">
                        <a:defRPr sz="850" b="1"/>
                      </a:pPr>
                      <a:r>
                        <a:t>Phương Án B</a:t>
                      </a:r>
                      <a:br/>
                      <a:r>
                        <a:t>(Hiện trạng)</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tcPr>
                </a:tc>
                <a:tc>
                  <a:txBody>
                    <a:bodyPr/>
                    <a:lstStyle/>
                    <a:p>
                      <a:pPr algn="l">
                        <a:defRPr sz="850" b="0"/>
                      </a:pPr>
                      <a:r>
                        <a:t>Tiếp tục cho phép các squad tự do gắn link Store trực tiếp hoặc link phân tán không chuẩn.</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tcPr>
                </a:tc>
                <a:tc>
                  <a:txBody>
                    <a:bodyPr/>
                    <a:lstStyle/>
                    <a:p>
                      <a:pPr algn="l">
                        <a:defRPr sz="850" b="0">
                          <a:solidFill>
                            <a:srgbClr val="B91C1C"/>
                          </a:solidFill>
                        </a:defRPr>
                      </a:pPr>
                      <a:r>
                        <a:t>Tiếp tục thất thoát 15% - 25% số liệu cài app, sai lệch báo cáo attribution của công ty.</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tcPr>
                </a:tc>
                <a:tc>
                  <a:txBody>
                    <a:bodyPr/>
                    <a:lstStyle/>
                    <a:p>
                      <a:pPr algn="l">
                        <a:defRPr sz="850" b="0"/>
                      </a:pPr>
                      <a:r>
                        <a:t>Rủi ro cao: Nguy cơ không đạt và không chứng minh được chỉ tiêu 30K install Q4.</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
        <p:nvSpPr>
          <p:cNvPr id="399" name="Google Shape;399;p3"/>
          <p:cNvSpPr/>
          <p:nvPr/>
        </p:nvSpPr>
        <p:spPr>
          <a:xfrm>
            <a:off x="5669300" y="985856"/>
            <a:ext cx="3108900" cy="3171900"/>
          </a:xfrm>
          <a:prstGeom prst="rect">
            <a:avLst/>
          </a:prstGeom>
          <a:solidFill>
            <a:srgbClr val="FFFFFF"/>
          </a:solidFill>
          <a:ln w="12700" cap="flat" cmpd="sng">
            <a:solidFill>
              <a:srgbClr val="E0E0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 name="Google Shape;400;p3"/>
          <p:cNvSpPr/>
          <p:nvPr/>
        </p:nvSpPr>
        <p:spPr>
          <a:xfrm>
            <a:off x="5806460" y="1046271"/>
            <a:ext cx="2834700" cy="2265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50064"/>
              </a:buClr>
              <a:buSzPts val="1200"/>
              <a:buFont typeface="Calibri"/>
              <a:buNone/>
            </a:pPr>
            <a:r>
              <a:rPr lang="en-US" sz="1200" b="1" i="0" u="none" strike="noStrike" cap="none">
                <a:solidFill>
                  <a:srgbClr val="A50064"/>
                </a:solidFill>
                <a:latin typeface="Calibri"/>
                <a:ea typeface="Calibri"/>
                <a:cs typeface="Calibri"/>
                <a:sym typeface="Calibri"/>
              </a:rPr>
              <a:t>Key Highlights &amp; Commentary</a:t>
            </a:r>
            <a:endParaRPr sz="1200" b="0" i="0" u="none" strike="noStrike" cap="none">
              <a:solidFill>
                <a:schemeClr val="dk1"/>
              </a:solidFill>
              <a:latin typeface="Calibri"/>
              <a:ea typeface="Calibri"/>
              <a:cs typeface="Calibri"/>
              <a:sym typeface="Calibri"/>
            </a:endParaRPr>
          </a:p>
        </p:txBody>
      </p:sp>
      <p:sp>
        <p:nvSpPr>
          <p:cNvPr id="401" name="Google Shape;401;p3"/>
          <p:cNvSpPr/>
          <p:nvPr/>
        </p:nvSpPr>
        <p:spPr>
          <a:xfrm>
            <a:off x="5806460" y="1363449"/>
            <a:ext cx="1577400" cy="181200"/>
          </a:xfrm>
          <a:prstGeom prst="roundRect">
            <a:avLst>
              <a:gd name="adj" fmla="val 30271"/>
            </a:avLst>
          </a:prstGeom>
          <a:solidFill>
            <a:srgbClr val="FFE3ED"/>
          </a:solidFill>
          <a:ln w="12700" cap="flat" cmpd="sng">
            <a:solidFill>
              <a:srgbClr val="FFE3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 name="Google Shape;402;p3"/>
          <p:cNvSpPr/>
          <p:nvPr/>
        </p:nvSpPr>
        <p:spPr>
          <a:xfrm>
            <a:off x="5806460" y="1363449"/>
            <a:ext cx="1577400" cy="181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A50064"/>
              </a:buClr>
              <a:buSzPts val="900"/>
              <a:buFont typeface="Calibri"/>
              <a:buNone/>
            </a:pPr>
            <a:r>
              <a:rPr lang="en-US" sz="900" b="1" i="0" u="none" strike="noStrike" cap="none">
                <a:solidFill>
                  <a:srgbClr val="A50064"/>
                </a:solidFill>
                <a:latin typeface="Calibri"/>
                <a:ea typeface="Calibri"/>
                <a:cs typeface="Calibri"/>
                <a:sym typeface="Calibri"/>
              </a:rPr>
              <a:t>Đề nghị với CEO/BOM</a:t>
            </a:r>
            <a:endParaRPr sz="900" b="0" i="0" u="none" strike="noStrike" cap="none">
              <a:solidFill>
                <a:schemeClr val="dk1"/>
              </a:solidFill>
              <a:latin typeface="Calibri"/>
              <a:ea typeface="Calibri"/>
              <a:cs typeface="Calibri"/>
              <a:sym typeface="Calibri"/>
            </a:endParaRPr>
          </a:p>
        </p:txBody>
      </p:sp>
      <p:sp>
        <p:nvSpPr>
          <p:cNvPr id="403" name="Google Shape;403;p3"/>
          <p:cNvSpPr/>
          <p:nvPr/>
        </p:nvSpPr>
        <p:spPr>
          <a:xfrm>
            <a:off x="5806460" y="1590005"/>
            <a:ext cx="2834700" cy="1132800"/>
          </a:xfrm>
          <a:prstGeom prst="rect">
            <a:avLst/>
          </a:prstGeom>
          <a:noFill/>
          <a:ln>
            <a:noFill/>
          </a:ln>
        </p:spPr>
        <p:txBody>
          <a:bodyPr spcFirstLastPara="1" wrap="square" lIns="0" tIns="0" rIns="0" bIns="0" anchor="t" anchorCtr="0">
            <a:noAutofit/>
          </a:bodyPr>
          <a:lstStyle/>
          <a:p>
            <a:pPr>
              <a:defRPr sz="1000">
                <a:solidFill>
                  <a:srgbClr val="1C171A"/>
                </a:solidFill>
              </a:defRPr>
            </a:pPr>
            <a:r>
              <a:t>Nội dung xin phê duyệt (Approve): Ban hành quy chuẩn kỹ thuật bắt buộc: Kể từ ngày 01/11/2026, toàn bộ các luồng dẫn tải ứng dụng trên Kênh Web (momo.vn) bắt buộc tích hợp qua Gateway /tai-app và chuẩn tham số OneLink do Web Platform quản lý.</a:t>
            </a:r>
          </a:p>
          <a:p>
            <a:pPr>
              <a:defRPr sz="1000">
                <a:solidFill>
                  <a:srgbClr val="1C171A"/>
                </a:solidFill>
              </a:defRPr>
            </a:pPr>
            <a:r>
              <a:t>Khuyến nghị của BU: Chọn Phương án A để chuẩn hóa hạ tầng tăng trưởng.</a:t>
            </a:r>
          </a:p>
        </p:txBody>
      </p:sp>
      <p:sp>
        <p:nvSpPr>
          <p:cNvPr id="404" name="Google Shape;404;p3"/>
          <p:cNvSpPr/>
          <p:nvPr/>
        </p:nvSpPr>
        <p:spPr>
          <a:xfrm>
            <a:off x="5806460" y="2798304"/>
            <a:ext cx="1645800" cy="181200"/>
          </a:xfrm>
          <a:prstGeom prst="roundRect">
            <a:avLst>
              <a:gd name="adj" fmla="val 30271"/>
            </a:avLst>
          </a:prstGeom>
          <a:solidFill>
            <a:srgbClr val="FFE3ED"/>
          </a:solidFill>
          <a:ln w="12700" cap="flat" cmpd="sng">
            <a:solidFill>
              <a:srgbClr val="FFE3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 name="Google Shape;405;p3"/>
          <p:cNvSpPr/>
          <p:nvPr/>
        </p:nvSpPr>
        <p:spPr>
          <a:xfrm>
            <a:off x="5806460" y="2798304"/>
            <a:ext cx="1645800" cy="181200"/>
          </a:xfrm>
          <a:prstGeom prst="rect">
            <a:avLst/>
          </a:prstGeom>
          <a:noFill/>
          <a:ln>
            <a:noFill/>
          </a:ln>
        </p:spPr>
        <p:txBody>
          <a:bodyPr spcFirstLastPara="1" wrap="square" lIns="0" tIns="0" rIns="0" bIns="0" anchor="ctr" anchorCtr="0">
            <a:noAutofit/>
          </a:bodyPr>
          <a:lstStyle/>
          <a:p>
            <a:pPr>
              <a:defRPr sz="850" b="1">
                <a:solidFill>
                  <a:srgbClr val="FFFFFF"/>
                </a:solidFill>
              </a:defRPr>
            </a:pPr>
            <a:r>
              <a:t>Rủi ro khi chậm quyết định</a:t>
            </a:r>
          </a:p>
        </p:txBody>
      </p:sp>
      <p:sp>
        <p:nvSpPr>
          <p:cNvPr id="406" name="Google Shape;406;p3"/>
          <p:cNvSpPr/>
          <p:nvPr/>
        </p:nvSpPr>
        <p:spPr>
          <a:xfrm>
            <a:off x="5806460" y="3024860"/>
            <a:ext cx="2834700" cy="755100"/>
          </a:xfrm>
          <a:prstGeom prst="rect">
            <a:avLst/>
          </a:prstGeom>
          <a:noFill/>
          <a:ln>
            <a:noFill/>
          </a:ln>
        </p:spPr>
        <p:txBody>
          <a:bodyPr spcFirstLastPara="1" wrap="square" lIns="0" tIns="0" rIns="0" bIns="0" anchor="t" anchorCtr="0">
            <a:noAutofit/>
          </a:bodyPr>
          <a:lstStyle/>
          <a:p>
            <a:pPr>
              <a:defRPr sz="950">
                <a:solidFill>
                  <a:srgbClr val="1C171A"/>
                </a:solidFill>
              </a:defRPr>
            </a:pPr>
            <a:r>
              <a:t>Rủi ro khi chậm phê duyệt (sau 31/10): Dữ liệu cài đặt app tiếp tục bị phân mảnh, thất thoát hàng nghìn lượt cài đặt không được ghi nhận cho Kênh Web, đe dọa trực tiếp khả năng nghiệm thu mục tiêu 30.000 install Q4 được BOM giao.</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17"/>
        <p:cNvGrpSpPr/>
        <p:nvPr/>
      </p:nvGrpSpPr>
      <p:grpSpPr>
        <a:xfrm>
          <a:off x="0" y="0"/>
          <a:ext cx="0" cy="0"/>
          <a:chOff x="0" y="0"/>
          <a:chExt cx="0" cy="0"/>
        </a:xfrm>
      </p:grpSpPr>
      <p:sp>
        <p:nvSpPr>
          <p:cNvPr id="419" name="Google Shape;419;p6"/>
          <p:cNvSpPr/>
          <p:nvPr/>
        </p:nvSpPr>
        <p:spPr>
          <a:xfrm>
            <a:off x="320040" y="347472"/>
            <a:ext cx="7680900" cy="530400"/>
          </a:xfrm>
          <a:prstGeom prst="rect">
            <a:avLst/>
          </a:prstGeom>
          <a:noFill/>
          <a:ln>
            <a:noFill/>
          </a:ln>
        </p:spPr>
        <p:txBody>
          <a:bodyPr spcFirstLastPara="1" wrap="square" lIns="0" tIns="0" rIns="0" bIns="0" anchor="ctr" anchorCtr="0">
            <a:noAutofit/>
          </a:bodyPr>
          <a:lstStyle/>
          <a:p>
            <a:pPr>
              <a:defRPr sz="1700" b="1">
                <a:solidFill>
                  <a:srgbClr val="1C171A"/>
                </a:solidFill>
              </a:defRPr>
            </a:pPr>
            <a:r>
              <a:t>Kênh Tự Nhiên Đạt 2.87M Lượt Xem (+15.1% MoM), Tự Bù Đắp 733K Ads Cắt Giảm Và Đạt 99.2% Kế Hoạch</a:t>
            </a:r>
          </a:p>
        </p:txBody>
      </p:sp>
      <p:sp>
        <p:nvSpPr>
          <p:cNvPr id="420" name="Google Shape;420;p6"/>
          <p:cNvSpPr/>
          <p:nvPr/>
        </p:nvSpPr>
        <p:spPr>
          <a:xfrm>
            <a:off x="8394192" y="146304"/>
            <a:ext cx="384048" cy="384048"/>
          </a:xfrm>
          <a:prstGeom prst="ellipse">
            <a:avLst/>
          </a:prstGeom>
          <a:solidFill>
            <a:srgbClr val="A50064"/>
          </a:solidFill>
          <a:ln w="12700" cap="flat" cmpd="sng">
            <a:solidFill>
              <a:srgbClr val="A5006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 name="Google Shape;421;p6"/>
          <p:cNvSpPr/>
          <p:nvPr/>
        </p:nvSpPr>
        <p:spPr>
          <a:xfrm>
            <a:off x="8394192" y="146304"/>
            <a:ext cx="384048" cy="38404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400"/>
              <a:buFont typeface="Calibri"/>
              <a:buNone/>
            </a:pPr>
            <a:r>
              <a:rPr lang="en-US" sz="1400" b="1" i="0" u="none" strike="noStrike" cap="none">
                <a:solidFill>
                  <a:srgbClr val="FFFFFF"/>
                </a:solidFill>
                <a:latin typeface="Calibri"/>
                <a:ea typeface="Calibri"/>
                <a:cs typeface="Calibri"/>
                <a:sym typeface="Calibri"/>
              </a:rPr>
              <a:t>R</a:t>
            </a:r>
            <a:endParaRPr sz="1400" b="0" i="0" u="none" strike="noStrike" cap="none">
              <a:solidFill>
                <a:schemeClr val="dk1"/>
              </a:solidFill>
              <a:latin typeface="Calibri"/>
              <a:ea typeface="Calibri"/>
              <a:cs typeface="Calibri"/>
              <a:sym typeface="Calibri"/>
            </a:endParaRPr>
          </a:p>
        </p:txBody>
      </p:sp>
      <p:sp>
        <p:nvSpPr>
          <p:cNvPr id="422" name="Google Shape;422;p6"/>
          <p:cNvSpPr/>
          <p:nvPr/>
        </p:nvSpPr>
        <p:spPr>
          <a:xfrm>
            <a:off x="8119872" y="548640"/>
            <a:ext cx="932688" cy="164592"/>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A50064"/>
              </a:buClr>
              <a:buSzPts val="750"/>
              <a:buFont typeface="Calibri"/>
              <a:buNone/>
            </a:pPr>
            <a:r>
              <a:rPr lang="en-US" sz="750" b="0" i="0" u="none" strike="noStrike" cap="none">
                <a:solidFill>
                  <a:srgbClr val="A50064"/>
                </a:solidFill>
                <a:latin typeface="Calibri"/>
                <a:ea typeface="Calibri"/>
                <a:cs typeface="Calibri"/>
                <a:sym typeface="Calibri"/>
              </a:rPr>
              <a:t>Reporting</a:t>
            </a:r>
            <a:endParaRPr sz="750" b="0" i="0" u="none" strike="noStrike" cap="none">
              <a:solidFill>
                <a:schemeClr val="dk1"/>
              </a:solidFill>
              <a:latin typeface="Calibri"/>
              <a:ea typeface="Calibri"/>
              <a:cs typeface="Calibri"/>
              <a:sym typeface="Calibri"/>
            </a:endParaRPr>
          </a:p>
        </p:txBody>
      </p:sp>
      <p:sp>
        <p:nvSpPr>
          <p:cNvPr id="423" name="Google Shape;423;p6"/>
          <p:cNvSpPr/>
          <p:nvPr/>
        </p:nvSpPr>
        <p:spPr>
          <a:xfrm>
            <a:off x="320065" y="4343340"/>
            <a:ext cx="7315200" cy="183000"/>
          </a:xfrm>
          <a:prstGeom prst="rect">
            <a:avLst/>
          </a:prstGeom>
          <a:noFill/>
          <a:ln>
            <a:noFill/>
          </a:ln>
        </p:spPr>
        <p:txBody>
          <a:bodyPr spcFirstLastPara="1" wrap="square" lIns="0" tIns="0" rIns="0" bIns="0" anchor="ctr" anchorCtr="0">
            <a:noAutofit/>
          </a:bodyPr>
          <a:lstStyle/>
          <a:p>
            <a:pPr>
              <a:defRPr sz="900">
                <a:solidFill>
                  <a:srgbClr val="5C5060"/>
                </a:solidFill>
              </a:defRPr>
            </a:pPr>
            <a:r>
              <a:t>Nguồn: GA4 (Property 270743103) &amp; AppsFlyer   |   Owner: Web Platform   |   Chốt số liệu: 28/10/2026</a:t>
            </a:r>
          </a:p>
        </p:txBody>
      </p:sp>
      <p:sp>
        <p:nvSpPr>
          <p:cNvPr id="424" name="Google Shape;424;p6"/>
          <p:cNvSpPr/>
          <p:nvPr/>
        </p:nvSpPr>
        <p:spPr>
          <a:xfrm>
            <a:off x="8321040" y="4873752"/>
            <a:ext cx="502920" cy="182880"/>
          </a:xfrm>
          <a:prstGeom prst="rect">
            <a:avLst/>
          </a:prstGeom>
          <a:noFill/>
          <a:ln>
            <a:noFill/>
          </a:ln>
        </p:spPr>
        <p:txBody>
          <a:bodyPr spcFirstLastPara="1" wrap="square" lIns="0" tIns="0" rIns="0" bIns="0" anchor="ctr" anchorCtr="0">
            <a:noAutofit/>
          </a:bodyPr>
          <a:lstStyle/>
          <a:p>
            <a:pPr>
              <a:defRPr sz="900">
                <a:solidFill>
                  <a:srgbClr val="5C5060"/>
                </a:solidFill>
              </a:defRPr>
            </a:pPr>
            <a:r>
              <a:t>5 / 8</a:t>
            </a:r>
          </a:p>
        </p:txBody>
      </p:sp>
      <p:graphicFrame>
        <p:nvGraphicFramePr>
          <p:cNvPr id="425" name="Google Shape;425;p6"/>
          <p:cNvGraphicFramePr/>
          <p:nvPr/>
        </p:nvGraphicFramePr>
        <p:xfrm>
          <a:off x="320065" y="1060643"/>
          <a:ext cx="5303520" cy="2545080"/>
        </p:xfrm>
        <a:graphic>
          <a:graphicData uri="http://schemas.openxmlformats.org/drawingml/2006/table">
            <a:tbl>
              <a:tblPr>
                <a:noFill/>
                <a:tableStyleId>{E4150D1B-22CA-4B41-9D43-DA15F05A9917}</a:tableStyleId>
              </a:tblPr>
              <a:tblGrid>
                <a:gridCol w="1645920">
                  <a:extLst>
                    <a:ext uri="{9D8B030D-6E8A-4147-A177-3AD203B41FA5}">
                      <a16:colId xmlns:a16="http://schemas.microsoft.com/office/drawing/2014/main" val="20000"/>
                    </a:ext>
                  </a:extLst>
                </a:gridCol>
                <a:gridCol w="64008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gridCol w="548640">
                  <a:extLst>
                    <a:ext uri="{9D8B030D-6E8A-4147-A177-3AD203B41FA5}">
                      <a16:colId xmlns:a16="http://schemas.microsoft.com/office/drawing/2014/main" val="20003"/>
                    </a:ext>
                  </a:extLst>
                </a:gridCol>
                <a:gridCol w="640080">
                  <a:extLst>
                    <a:ext uri="{9D8B030D-6E8A-4147-A177-3AD203B41FA5}">
                      <a16:colId xmlns:a16="http://schemas.microsoft.com/office/drawing/2014/main" val="20004"/>
                    </a:ext>
                  </a:extLst>
                </a:gridCol>
                <a:gridCol w="548640">
                  <a:extLst>
                    <a:ext uri="{9D8B030D-6E8A-4147-A177-3AD203B41FA5}">
                      <a16:colId xmlns:a16="http://schemas.microsoft.com/office/drawing/2014/main" val="20005"/>
                    </a:ext>
                  </a:extLst>
                </a:gridCol>
                <a:gridCol w="640080">
                  <a:extLst>
                    <a:ext uri="{9D8B030D-6E8A-4147-A177-3AD203B41FA5}">
                      <a16:colId xmlns:a16="http://schemas.microsoft.com/office/drawing/2014/main" val="20006"/>
                    </a:ext>
                  </a:extLst>
                </a:gridCol>
              </a:tblGrid>
              <a:tr h="143475">
                <a:tc rowSpan="2">
                  <a:txBody>
                    <a:bodyPr/>
                    <a:lstStyle/>
                    <a:p>
                      <a:pPr algn="l">
                        <a:defRPr sz="850" b="1">
                          <a:solidFill>
                            <a:srgbClr val="FFFFFF"/>
                          </a:solidFill>
                        </a:defRPr>
                      </a:pPr>
                      <a:r>
                        <a:t>Chỉ tiêu hiệu suất</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solidFill>
                      <a:srgbClr val="FFFFFF"/>
                    </a:solidFill>
                  </a:tcPr>
                </a:tc>
                <a:tc gridSpan="3">
                  <a:txBody>
                    <a:bodyPr/>
                    <a:lstStyle/>
                    <a:p>
                      <a:pPr algn="ctr">
                        <a:defRPr sz="850" b="1">
                          <a:solidFill>
                            <a:srgbClr val="FFFFFF"/>
                          </a:solidFill>
                        </a:defRPr>
                      </a:pPr>
                      <a:r>
                        <a:t>T9 Thực tế</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solidFill>
                      <a:srgbClr val="A50064"/>
                    </a:solidFill>
                  </a:tcPr>
                </a:tc>
                <a:tc hMerge="1">
                  <a:txBody>
                    <a:bodyPr/>
                    <a:lstStyle/>
                    <a:p>
                      <a:pPr algn="ctr">
                        <a:defRPr sz="850" b="1">
                          <a:solidFill>
                            <a:srgbClr val="FFFFFF"/>
                          </a:solidFill>
                        </a:defRPr>
                      </a:pPr>
                      <a:r>
                        <a:t>T10 MTD</a:t>
                      </a:r>
                    </a:p>
                  </a:txBody>
                  <a:tcPr marL="36576" marR="36576" marT="36576" marB="36576"/>
                </a:tc>
                <a:tc hMerge="1">
                  <a:txBody>
                    <a:bodyPr/>
                    <a:lstStyle/>
                    <a:p>
                      <a:pPr algn="ctr">
                        <a:defRPr sz="850" b="1">
                          <a:solidFill>
                            <a:srgbClr val="FFFFFF"/>
                          </a:solidFill>
                        </a:defRPr>
                      </a:pPr>
                      <a:r>
                        <a:t>MoM (%)</a:t>
                      </a:r>
                    </a:p>
                  </a:txBody>
                  <a:tcPr marL="36576" marR="36576" marT="36576" marB="36576"/>
                </a:tc>
                <a:tc gridSpan="3">
                  <a:txBody>
                    <a:bodyPr/>
                    <a:lstStyle/>
                    <a:p>
                      <a:pPr algn="ctr">
                        <a:defRPr sz="850" b="1">
                          <a:solidFill>
                            <a:srgbClr val="FFFFFF"/>
                          </a:solidFill>
                        </a:defRPr>
                      </a:pPr>
                      <a:r>
                        <a:t>Kế hoạch T10</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solidFill>
                      <a:srgbClr val="A50064"/>
                    </a:solidFill>
                  </a:tcPr>
                </a:tc>
                <a:tc hMerge="1">
                  <a:txBody>
                    <a:bodyPr/>
                    <a:lstStyle/>
                    <a:p>
                      <a:pPr algn="ctr">
                        <a:defRPr sz="850" b="1">
                          <a:solidFill>
                            <a:srgbClr val="FFFFFF"/>
                          </a:solidFill>
                        </a:defRPr>
                      </a:pPr>
                      <a:r>
                        <a:t>% Kế hoạch</a:t>
                      </a:r>
                    </a:p>
                  </a:txBody>
                  <a:tcPr marL="36576" marR="36576" marT="36576" marB="36576"/>
                </a:tc>
                <a:tc hMerge="1">
                  <a:txBody>
                    <a:bodyPr/>
                    <a:lstStyle/>
                    <a:p>
                      <a:pPr algn="ctr">
                        <a:defRPr sz="850" b="1">
                          <a:solidFill>
                            <a:srgbClr val="FFFFFF"/>
                          </a:solidFill>
                        </a:defRPr>
                      </a:pPr>
                      <a:r>
                        <a:t>Đánh giá</a:t>
                      </a:r>
                    </a:p>
                  </a:txBody>
                  <a:tcPr marL="36576" marR="36576" marT="36576" marB="36576"/>
                </a:tc>
                <a:extLst>
                  <a:ext uri="{0D108BD9-81ED-4DB2-BD59-A6C34878D82A}">
                    <a16:rowId xmlns:a16="http://schemas.microsoft.com/office/drawing/2014/main" val="10000"/>
                  </a:ext>
                </a:extLst>
              </a:tr>
              <a:tr h="143475">
                <a:tc vMerge="1">
                  <a:txBody>
                    <a:bodyPr/>
                    <a:lstStyle/>
                    <a:p>
                      <a:pPr algn="l">
                        <a:defRPr sz="850" b="1"/>
                      </a:pPr>
                      <a:r>
                        <a:t>Tổng lượt xem (PVs)</a:t>
                      </a:r>
                    </a:p>
                  </a:txBody>
                  <a:tcPr marL="36576" marR="36576" marT="36576" marB="36576"/>
                </a:tc>
                <a:tc>
                  <a:txBody>
                    <a:bodyPr/>
                    <a:lstStyle/>
                    <a:p>
                      <a:pPr algn="ctr">
                        <a:defRPr sz="850" b="1"/>
                      </a:pPr>
                      <a:r>
                        <a:t>3.570.627</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solidFill>
                      <a:srgbClr val="F95396"/>
                    </a:solidFill>
                  </a:tcPr>
                </a:tc>
                <a:tc>
                  <a:txBody>
                    <a:bodyPr/>
                    <a:lstStyle/>
                    <a:p>
                      <a:pPr algn="ctr">
                        <a:defRPr sz="850" b="1"/>
                      </a:pPr>
                      <a:r>
                        <a:t>3.284.285</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solidFill>
                      <a:srgbClr val="F95396"/>
                    </a:solidFill>
                  </a:tcPr>
                </a:tc>
                <a:tc>
                  <a:txBody>
                    <a:bodyPr/>
                    <a:lstStyle/>
                    <a:p>
                      <a:pPr algn="ctr">
                        <a:defRPr sz="850" b="1"/>
                      </a:pPr>
                      <a:r>
                        <a:t>-8.0%</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solidFill>
                      <a:srgbClr val="F95396"/>
                    </a:solidFill>
                  </a:tcPr>
                </a:tc>
                <a:tc>
                  <a:txBody>
                    <a:bodyPr/>
                    <a:lstStyle/>
                    <a:p>
                      <a:pPr algn="ctr">
                        <a:defRPr sz="850" b="1"/>
                      </a:pPr>
                      <a:r>
                        <a:t>3.310.000</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solidFill>
                      <a:srgbClr val="F95396"/>
                    </a:solidFill>
                  </a:tcPr>
                </a:tc>
                <a:tc>
                  <a:txBody>
                    <a:bodyPr/>
                    <a:lstStyle/>
                    <a:p>
                      <a:pPr algn="ctr">
                        <a:defRPr sz="850" b="1"/>
                      </a:pPr>
                      <a:r>
                        <a:t>99.2%</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solidFill>
                      <a:srgbClr val="F95396"/>
                    </a:solidFill>
                  </a:tcPr>
                </a:tc>
                <a:tc>
                  <a:txBody>
                    <a:bodyPr/>
                    <a:lstStyle/>
                    <a:p>
                      <a:pPr algn="ctr">
                        <a:defRPr sz="850" b="1"/>
                      </a:pPr>
                      <a:r>
                        <a:t>Đạt tiến độ</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solidFill>
                      <a:srgbClr val="F95396"/>
                    </a:solidFill>
                  </a:tcPr>
                </a:tc>
                <a:extLst>
                  <a:ext uri="{0D108BD9-81ED-4DB2-BD59-A6C34878D82A}">
                    <a16:rowId xmlns:a16="http://schemas.microsoft.com/office/drawing/2014/main" val="10001"/>
                  </a:ext>
                </a:extLst>
              </a:tr>
              <a:tr h="143475">
                <a:tc>
                  <a:txBody>
                    <a:bodyPr/>
                    <a:lstStyle/>
                    <a:p>
                      <a:pPr algn="l">
                        <a:defRPr sz="850" b="1"/>
                      </a:pPr>
                      <a:r>
                        <a:t>• Kênh tự nhiên (Non-Paid)</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solidFill>
                      <a:srgbClr val="FFEFF4"/>
                    </a:solidFill>
                  </a:tcPr>
                </a:tc>
                <a:tc>
                  <a:txBody>
                    <a:bodyPr/>
                    <a:lstStyle/>
                    <a:p>
                      <a:pPr algn="ctr">
                        <a:defRPr sz="850" b="1"/>
                      </a:pPr>
                      <a:r>
                        <a:t>2.489.102</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solidFill>
                      <a:srgbClr val="FFEFF4"/>
                    </a:solidFill>
                  </a:tcPr>
                </a:tc>
                <a:tc>
                  <a:txBody>
                    <a:bodyPr/>
                    <a:lstStyle/>
                    <a:p>
                      <a:pPr algn="ctr">
                        <a:defRPr sz="850" b="1"/>
                      </a:pPr>
                      <a:r>
                        <a:t>2.865.064</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solidFill>
                      <a:srgbClr val="FFEFF4"/>
                    </a:solidFill>
                  </a:tcPr>
                </a:tc>
                <a:tc>
                  <a:txBody>
                    <a:bodyPr/>
                    <a:lstStyle/>
                    <a:p>
                      <a:pPr algn="ctr">
                        <a:defRPr sz="850" b="1"/>
                      </a:pPr>
                      <a:r>
                        <a:t>+15.1%</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solidFill>
                      <a:srgbClr val="FFEFF4"/>
                    </a:solidFill>
                  </a:tcPr>
                </a:tc>
                <a:tc>
                  <a:txBody>
                    <a:bodyPr/>
                    <a:lstStyle/>
                    <a:p>
                      <a:pPr algn="ctr">
                        <a:defRPr sz="850" b="1"/>
                      </a:pPr>
                      <a:r>
                        <a:t>2.700.000</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solidFill>
                      <a:srgbClr val="FFEFF4"/>
                    </a:solidFill>
                  </a:tcPr>
                </a:tc>
                <a:tc>
                  <a:txBody>
                    <a:bodyPr/>
                    <a:lstStyle/>
                    <a:p>
                      <a:pPr algn="ctr">
                        <a:defRPr sz="850" b="1"/>
                      </a:pPr>
                      <a:r>
                        <a:t>106.1%</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solidFill>
                      <a:srgbClr val="FFEFF4"/>
                    </a:solidFill>
                  </a:tcPr>
                </a:tc>
                <a:tc>
                  <a:txBody>
                    <a:bodyPr/>
                    <a:lstStyle/>
                    <a:p>
                      <a:pPr algn="ctr">
                        <a:defRPr sz="850" b="1"/>
                      </a:pPr>
                      <a:r>
                        <a:t>Vượt kế hoạch</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solidFill>
                      <a:srgbClr val="FFEFF4"/>
                    </a:solidFill>
                  </a:tcPr>
                </a:tc>
                <a:extLst>
                  <a:ext uri="{0D108BD9-81ED-4DB2-BD59-A6C34878D82A}">
                    <a16:rowId xmlns:a16="http://schemas.microsoft.com/office/drawing/2014/main" val="10002"/>
                  </a:ext>
                </a:extLst>
              </a:tr>
              <a:tr h="143475">
                <a:tc>
                  <a:txBody>
                    <a:bodyPr/>
                    <a:lstStyle/>
                    <a:p>
                      <a:pPr algn="l">
                        <a:defRPr sz="850" b="0"/>
                      </a:pPr>
                      <a:r>
                        <a:t>• Quảng cáo trả phí (Paid)</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tcPr>
                </a:tc>
                <a:tc>
                  <a:txBody>
                    <a:bodyPr/>
                    <a:lstStyle/>
                    <a:p>
                      <a:pPr algn="ctr">
                        <a:defRPr sz="850" b="0"/>
                      </a:pPr>
                      <a:r>
                        <a:t>1.081.525</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tcPr>
                </a:tc>
                <a:tc>
                  <a:txBody>
                    <a:bodyPr/>
                    <a:lstStyle/>
                    <a:p>
                      <a:pPr algn="ctr">
                        <a:defRPr sz="850" b="0"/>
                      </a:pPr>
                      <a:r>
                        <a:t>419.221</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tcPr>
                </a:tc>
                <a:tc>
                  <a:txBody>
                    <a:bodyPr/>
                    <a:lstStyle/>
                    <a:p>
                      <a:pPr algn="ctr">
                        <a:defRPr sz="850" b="0"/>
                      </a:pPr>
                      <a:r>
                        <a:t>-61.2%</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tcPr>
                </a:tc>
                <a:tc>
                  <a:txBody>
                    <a:bodyPr/>
                    <a:lstStyle/>
                    <a:p>
                      <a:pPr algn="ctr">
                        <a:defRPr sz="850" b="0"/>
                      </a:pPr>
                      <a:r>
                        <a:t>610.000</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tcPr>
                </a:tc>
                <a:tc>
                  <a:txBody>
                    <a:bodyPr/>
                    <a:lstStyle/>
                    <a:p>
                      <a:pPr algn="ctr">
                        <a:defRPr sz="850" b="0"/>
                      </a:pPr>
                      <a:r>
                        <a:t>68.7%</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tcPr>
                </a:tc>
                <a:tc>
                  <a:txBody>
                    <a:bodyPr/>
                    <a:lstStyle/>
                    <a:p>
                      <a:pPr algn="ctr">
                        <a:defRPr sz="850" b="0"/>
                      </a:pPr>
                      <a:r>
                        <a:t>Chủ động giảm</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tcPr>
                </a:tc>
                <a:extLst>
                  <a:ext uri="{0D108BD9-81ED-4DB2-BD59-A6C34878D82A}">
                    <a16:rowId xmlns:a16="http://schemas.microsoft.com/office/drawing/2014/main" val="10003"/>
                  </a:ext>
                </a:extLst>
              </a:tr>
              <a:tr h="143475">
                <a:tc>
                  <a:txBody>
                    <a:bodyPr/>
                    <a:lstStyle/>
                    <a:p>
                      <a:pPr algn="l">
                        <a:defRPr sz="850" b="0"/>
                      </a:pPr>
                      <a:r>
                        <a:t>Lượt cài app qua OneLink</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tcPr>
                </a:tc>
                <a:tc>
                  <a:txBody>
                    <a:bodyPr/>
                    <a:lstStyle/>
                    <a:p>
                      <a:pPr algn="ctr">
                        <a:defRPr sz="850" b="0"/>
                      </a:pPr>
                      <a:r>
                        <a:t>9.480</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tcPr>
                </a:tc>
                <a:tc>
                  <a:txBody>
                    <a:bodyPr/>
                    <a:lstStyle/>
                    <a:p>
                      <a:pPr algn="ctr">
                        <a:defRPr sz="850" b="0"/>
                      </a:pPr>
                      <a:r>
                        <a:t>9.824</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tcPr>
                </a:tc>
                <a:tc>
                  <a:txBody>
                    <a:bodyPr/>
                    <a:lstStyle/>
                    <a:p>
                      <a:pPr algn="ctr">
                        <a:defRPr sz="850" b="0"/>
                      </a:pPr>
                      <a:r>
                        <a:t>+3.6%</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tcPr>
                </a:tc>
                <a:tc>
                  <a:txBody>
                    <a:bodyPr/>
                    <a:lstStyle/>
                    <a:p>
                      <a:pPr algn="ctr">
                        <a:defRPr sz="850" b="0"/>
                      </a:pPr>
                      <a:r>
                        <a:t>10.000</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tcPr>
                </a:tc>
                <a:tc>
                  <a:txBody>
                    <a:bodyPr/>
                    <a:lstStyle/>
                    <a:p>
                      <a:pPr algn="ctr">
                        <a:defRPr sz="850" b="0"/>
                      </a:pPr>
                      <a:r>
                        <a:t>98.2%</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tcPr>
                </a:tc>
                <a:tc>
                  <a:txBody>
                    <a:bodyPr/>
                    <a:lstStyle/>
                    <a:p>
                      <a:pPr algn="ctr">
                        <a:defRPr sz="850" b="0"/>
                      </a:pPr>
                      <a:r>
                        <a:t>Tăng trưởng</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tcPr>
                </a:tc>
                <a:extLst>
                  <a:ext uri="{0D108BD9-81ED-4DB2-BD59-A6C34878D82A}">
                    <a16:rowId xmlns:a16="http://schemas.microsoft.com/office/drawing/2014/main" val="10004"/>
                  </a:ext>
                </a:extLst>
              </a:tr>
              <a:tr h="143475">
                <a:tc>
                  <a:txBody>
                    <a:bodyPr/>
                    <a:lstStyle/>
                    <a:p>
                      <a:pPr algn="l">
                        <a:defRPr sz="850" b="0"/>
                      </a:pPr>
                      <a:r>
                        <a:t>User liên kết ngân hàng</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tcPr>
                </a:tc>
                <a:tc>
                  <a:txBody>
                    <a:bodyPr/>
                    <a:lstStyle/>
                    <a:p>
                      <a:pPr algn="ctr">
                        <a:defRPr sz="850" b="0"/>
                      </a:pPr>
                      <a:r>
                        <a:t>1.810</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tcPr>
                </a:tc>
                <a:tc>
                  <a:txBody>
                    <a:bodyPr/>
                    <a:lstStyle/>
                    <a:p>
                      <a:pPr algn="ctr">
                        <a:defRPr sz="850" b="0"/>
                      </a:pPr>
                      <a:r>
                        <a:t>2.072</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tcPr>
                </a:tc>
                <a:tc>
                  <a:txBody>
                    <a:bodyPr/>
                    <a:lstStyle/>
                    <a:p>
                      <a:pPr algn="ctr">
                        <a:defRPr sz="850" b="0"/>
                      </a:pPr>
                      <a:r>
                        <a:t>+14.5%</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tcPr>
                </a:tc>
                <a:tc>
                  <a:txBody>
                    <a:bodyPr/>
                    <a:lstStyle/>
                    <a:p>
                      <a:pPr algn="ctr">
                        <a:defRPr sz="850" b="0"/>
                      </a:pPr>
                      <a:r>
                        <a:t>2.000</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tcPr>
                </a:tc>
                <a:tc>
                  <a:txBody>
                    <a:bodyPr/>
                    <a:lstStyle/>
                    <a:p>
                      <a:pPr algn="ctr">
                        <a:defRPr sz="850" b="0"/>
                      </a:pPr>
                      <a:r>
                        <a:t>103.6%</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tcPr>
                </a:tc>
                <a:tc>
                  <a:txBody>
                    <a:bodyPr/>
                    <a:lstStyle/>
                    <a:p>
                      <a:pPr algn="ctr">
                        <a:defRPr sz="850" b="0"/>
                      </a:pPr>
                      <a:r>
                        <a:t>Chất lượng cao</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sp>
        <p:nvSpPr>
          <p:cNvPr id="427" name="Google Shape;427;p6"/>
          <p:cNvSpPr/>
          <p:nvPr/>
        </p:nvSpPr>
        <p:spPr>
          <a:xfrm>
            <a:off x="5715025" y="1060643"/>
            <a:ext cx="3108900" cy="3171900"/>
          </a:xfrm>
          <a:prstGeom prst="rect">
            <a:avLst/>
          </a:prstGeom>
          <a:solidFill>
            <a:srgbClr val="FFFFFF"/>
          </a:solidFill>
          <a:ln w="12700" cap="flat" cmpd="sng">
            <a:solidFill>
              <a:srgbClr val="E0E0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 name="Google Shape;428;p6"/>
          <p:cNvSpPr/>
          <p:nvPr/>
        </p:nvSpPr>
        <p:spPr>
          <a:xfrm>
            <a:off x="5852185" y="1121059"/>
            <a:ext cx="2834700" cy="2265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50064"/>
              </a:buClr>
              <a:buSzPts val="1200"/>
              <a:buFont typeface="Calibri"/>
              <a:buNone/>
            </a:pPr>
            <a:r>
              <a:rPr lang="en-US" sz="1200" b="1" i="0" u="none" strike="noStrike" cap="none">
                <a:solidFill>
                  <a:srgbClr val="A50064"/>
                </a:solidFill>
                <a:latin typeface="Calibri"/>
                <a:ea typeface="Calibri"/>
                <a:cs typeface="Calibri"/>
                <a:sym typeface="Calibri"/>
              </a:rPr>
              <a:t>Key Highlights &amp; Commentary</a:t>
            </a:r>
            <a:endParaRPr sz="1200" b="0" i="0" u="none" strike="noStrike" cap="none">
              <a:solidFill>
                <a:schemeClr val="dk1"/>
              </a:solidFill>
              <a:latin typeface="Calibri"/>
              <a:ea typeface="Calibri"/>
              <a:cs typeface="Calibri"/>
              <a:sym typeface="Calibri"/>
            </a:endParaRPr>
          </a:p>
        </p:txBody>
      </p:sp>
      <p:sp>
        <p:nvSpPr>
          <p:cNvPr id="429" name="Google Shape;429;p6"/>
          <p:cNvSpPr/>
          <p:nvPr/>
        </p:nvSpPr>
        <p:spPr>
          <a:xfrm>
            <a:off x="5852185" y="1438237"/>
            <a:ext cx="1028700" cy="181200"/>
          </a:xfrm>
          <a:prstGeom prst="roundRect">
            <a:avLst>
              <a:gd name="adj" fmla="val 30271"/>
            </a:avLst>
          </a:prstGeom>
          <a:solidFill>
            <a:srgbClr val="FFE3ED"/>
          </a:solidFill>
          <a:ln w="12700" cap="flat" cmpd="sng">
            <a:solidFill>
              <a:srgbClr val="FFE3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 name="Google Shape;430;p6"/>
          <p:cNvSpPr/>
          <p:nvPr/>
        </p:nvSpPr>
        <p:spPr>
          <a:xfrm>
            <a:off x="5852185" y="1438237"/>
            <a:ext cx="1028700" cy="181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A50064"/>
              </a:buClr>
              <a:buSzPts val="900"/>
              <a:buFont typeface="Calibri"/>
              <a:buNone/>
            </a:pPr>
            <a:r>
              <a:rPr lang="en-US" sz="900" b="1" i="0" u="none" strike="noStrike" cap="none">
                <a:solidFill>
                  <a:srgbClr val="A50064"/>
                </a:solidFill>
                <a:latin typeface="Calibri"/>
                <a:ea typeface="Calibri"/>
                <a:cs typeface="Calibri"/>
                <a:sym typeface="Calibri"/>
              </a:rPr>
              <a:t>Performance</a:t>
            </a:r>
            <a:endParaRPr sz="900" b="0" i="0" u="none" strike="noStrike" cap="none">
              <a:solidFill>
                <a:schemeClr val="dk1"/>
              </a:solidFill>
              <a:latin typeface="Calibri"/>
              <a:ea typeface="Calibri"/>
              <a:cs typeface="Calibri"/>
              <a:sym typeface="Calibri"/>
            </a:endParaRPr>
          </a:p>
        </p:txBody>
      </p:sp>
      <p:sp>
        <p:nvSpPr>
          <p:cNvPr id="431" name="Google Shape;431;p6"/>
          <p:cNvSpPr/>
          <p:nvPr/>
        </p:nvSpPr>
        <p:spPr>
          <a:xfrm>
            <a:off x="5852185" y="1664793"/>
            <a:ext cx="2834700" cy="1510500"/>
          </a:xfrm>
          <a:prstGeom prst="rect">
            <a:avLst/>
          </a:prstGeom>
          <a:noFill/>
          <a:ln>
            <a:noFill/>
          </a:ln>
        </p:spPr>
        <p:txBody>
          <a:bodyPr spcFirstLastPara="1" wrap="square" lIns="0" tIns="0" rIns="0" bIns="0" anchor="t" anchorCtr="0">
            <a:noAutofit/>
          </a:bodyPr>
          <a:lstStyle/>
          <a:p>
            <a:pPr>
              <a:defRPr sz="950">
                <a:solidFill>
                  <a:srgbClr val="1C171A"/>
                </a:solidFill>
              </a:defRPr>
            </a:pPr>
            <a:r>
              <a:t>• Kênh tự nhiên (Non-Paid) tăng trưởng +15.1% MoM (+416K views), chiếm 87.2% toàn Web (tháng 9: 69.7%).</a:t>
            </a:r>
          </a:p>
          <a:p>
            <a:pPr>
              <a:defRPr sz="950">
                <a:solidFill>
                  <a:srgbClr val="1C171A"/>
                </a:solidFill>
              </a:defRPr>
            </a:pPr>
            <a:r>
              <a:t>• Việc chủ động giảm 61.2% Paid Ads (-733K views) giúp tiết kiệm đáng kể chi phí mà tổng lượt xem vẫn đạt 99.2% kế hoạch (3.28M MTD, forecast 3.64M).</a:t>
            </a:r>
          </a:p>
          <a:p>
            <a:pPr>
              <a:defRPr sz="950">
                <a:solidFill>
                  <a:srgbClr val="1C171A"/>
                </a:solidFill>
              </a:defRPr>
            </a:pPr>
            <a:r>
              <a:t>• Tỷ lệ chuyển đổi cài app từ Non-Paid đạt 25.33%, cao gấp 5.4 lần so với nguồn quảng cáo trả phí.</a:t>
            </a:r>
          </a:p>
        </p:txBody>
      </p:sp>
      <p:sp>
        <p:nvSpPr>
          <p:cNvPr id="432" name="Google Shape;432;p6"/>
          <p:cNvSpPr/>
          <p:nvPr/>
        </p:nvSpPr>
        <p:spPr>
          <a:xfrm>
            <a:off x="5852185" y="3250685"/>
            <a:ext cx="1508700" cy="181200"/>
          </a:xfrm>
          <a:prstGeom prst="roundRect">
            <a:avLst>
              <a:gd name="adj" fmla="val 30271"/>
            </a:avLst>
          </a:prstGeom>
          <a:solidFill>
            <a:srgbClr val="FFE3ED"/>
          </a:solidFill>
          <a:ln w="12700" cap="flat" cmpd="sng">
            <a:solidFill>
              <a:srgbClr val="FFE3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 name="Google Shape;433;p6"/>
          <p:cNvSpPr/>
          <p:nvPr/>
        </p:nvSpPr>
        <p:spPr>
          <a:xfrm>
            <a:off x="5852185" y="3250685"/>
            <a:ext cx="1508700" cy="181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A50064"/>
              </a:buClr>
              <a:buSzPts val="900"/>
              <a:buFont typeface="Calibri"/>
              <a:buNone/>
            </a:pPr>
            <a:r>
              <a:rPr lang="en-US" sz="900" b="1" i="0" u="none" strike="noStrike" cap="none">
                <a:solidFill>
                  <a:srgbClr val="A50064"/>
                </a:solidFill>
                <a:latin typeface="Calibri"/>
                <a:ea typeface="Calibri"/>
                <a:cs typeface="Calibri"/>
                <a:sym typeface="Calibri"/>
              </a:rPr>
              <a:t>Lowlights / Rủi ro</a:t>
            </a:r>
            <a:endParaRPr sz="900" b="0" i="0" u="none" strike="noStrike" cap="none">
              <a:solidFill>
                <a:schemeClr val="dk1"/>
              </a:solidFill>
              <a:latin typeface="Calibri"/>
              <a:ea typeface="Calibri"/>
              <a:cs typeface="Calibri"/>
              <a:sym typeface="Calibri"/>
            </a:endParaRPr>
          </a:p>
        </p:txBody>
      </p:sp>
      <p:sp>
        <p:nvSpPr>
          <p:cNvPr id="434" name="Google Shape;434;p6"/>
          <p:cNvSpPr/>
          <p:nvPr/>
        </p:nvSpPr>
        <p:spPr>
          <a:xfrm>
            <a:off x="5852185" y="3477242"/>
            <a:ext cx="2834700" cy="755100"/>
          </a:xfrm>
          <a:prstGeom prst="rect">
            <a:avLst/>
          </a:prstGeom>
          <a:noFill/>
          <a:ln>
            <a:noFill/>
          </a:ln>
        </p:spPr>
        <p:txBody>
          <a:bodyPr spcFirstLastPara="1" wrap="square" lIns="0" tIns="0" rIns="0" bIns="0" anchor="t" anchorCtr="0">
            <a:noAutofit/>
          </a:bodyPr>
          <a:lstStyle/>
          <a:p>
            <a:pPr>
              <a:defRPr sz="950">
                <a:solidFill>
                  <a:srgbClr val="1C171A"/>
                </a:solidFill>
              </a:defRPr>
            </a:pPr>
            <a:r>
              <a:t>• Rủi ro: Lưu lượng phụ thuộc lớn vào thuật toán Google Search; tỷ lệ chuyển đổi Paid Ads hiện rất thấp (CVR 4.7%).</a:t>
            </a:r>
          </a:p>
          <a:p>
            <a:pPr>
              <a:defRPr sz="950">
                <a:solidFill>
                  <a:srgbClr val="1C171A"/>
                </a:solidFill>
              </a:defRPr>
            </a:pPr>
            <a:r>
              <a:t>• Hướng xử lý: Chuyển toàn bộ ngân sách Paid Ads sang cơ chế nghiệm thu Map Bank; tập trung SEO kỹ thuật và GEO trích dẫn AI.</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39"/>
        <p:cNvGrpSpPr/>
        <p:nvPr/>
      </p:nvGrpSpPr>
      <p:grpSpPr>
        <a:xfrm>
          <a:off x="0" y="0"/>
          <a:ext cx="0" cy="0"/>
          <a:chOff x="0" y="0"/>
          <a:chExt cx="0" cy="0"/>
        </a:xfrm>
      </p:grpSpPr>
      <p:sp>
        <p:nvSpPr>
          <p:cNvPr id="441" name="Google Shape;441;p7"/>
          <p:cNvSpPr/>
          <p:nvPr/>
        </p:nvSpPr>
        <p:spPr>
          <a:xfrm>
            <a:off x="320040" y="347472"/>
            <a:ext cx="7680960" cy="530352"/>
          </a:xfrm>
          <a:prstGeom prst="rect">
            <a:avLst/>
          </a:prstGeom>
          <a:noFill/>
          <a:ln>
            <a:noFill/>
          </a:ln>
        </p:spPr>
        <p:txBody>
          <a:bodyPr spcFirstLastPara="1" wrap="square" lIns="0" tIns="0" rIns="0" bIns="0" anchor="ctr" anchorCtr="0">
            <a:noAutofit/>
          </a:bodyPr>
          <a:lstStyle/>
          <a:p>
            <a:pPr>
              <a:defRPr sz="1700" b="1">
                <a:solidFill>
                  <a:srgbClr val="1C171A"/>
                </a:solidFill>
              </a:defRPr>
            </a:pPr>
            <a:r>
              <a:t>Cinema Hub Dẫn Đầu Tăng Trưởng (+142.2% Cụm Rạp); Financial Hub Tăng Trưởng Cụm Tỷ Giá (+444.9% MoM)</a:t>
            </a:r>
          </a:p>
        </p:txBody>
      </p:sp>
      <p:sp>
        <p:nvSpPr>
          <p:cNvPr id="442" name="Google Shape;442;p7"/>
          <p:cNvSpPr/>
          <p:nvPr/>
        </p:nvSpPr>
        <p:spPr>
          <a:xfrm>
            <a:off x="8394192" y="146304"/>
            <a:ext cx="384048" cy="384048"/>
          </a:xfrm>
          <a:prstGeom prst="ellipse">
            <a:avLst/>
          </a:prstGeom>
          <a:solidFill>
            <a:srgbClr val="A50064"/>
          </a:solidFill>
          <a:ln w="12700" cap="flat" cmpd="sng">
            <a:solidFill>
              <a:srgbClr val="A5006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 name="Google Shape;443;p7"/>
          <p:cNvSpPr/>
          <p:nvPr/>
        </p:nvSpPr>
        <p:spPr>
          <a:xfrm>
            <a:off x="8394192" y="146304"/>
            <a:ext cx="384048" cy="38404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400"/>
              <a:buFont typeface="Calibri"/>
              <a:buNone/>
            </a:pPr>
            <a:r>
              <a:rPr lang="en-US" sz="1400" b="1" i="0" u="none" strike="noStrike" cap="none">
                <a:solidFill>
                  <a:srgbClr val="FFFFFF"/>
                </a:solidFill>
                <a:latin typeface="Calibri"/>
                <a:ea typeface="Calibri"/>
                <a:cs typeface="Calibri"/>
                <a:sym typeface="Calibri"/>
              </a:rPr>
              <a:t>R</a:t>
            </a:r>
            <a:endParaRPr sz="1400" b="0" i="0" u="none" strike="noStrike" cap="none">
              <a:solidFill>
                <a:schemeClr val="dk1"/>
              </a:solidFill>
              <a:latin typeface="Calibri"/>
              <a:ea typeface="Calibri"/>
              <a:cs typeface="Calibri"/>
              <a:sym typeface="Calibri"/>
            </a:endParaRPr>
          </a:p>
        </p:txBody>
      </p:sp>
      <p:sp>
        <p:nvSpPr>
          <p:cNvPr id="444" name="Google Shape;444;p7"/>
          <p:cNvSpPr/>
          <p:nvPr/>
        </p:nvSpPr>
        <p:spPr>
          <a:xfrm>
            <a:off x="8119872" y="548640"/>
            <a:ext cx="932688" cy="164592"/>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A50064"/>
              </a:buClr>
              <a:buSzPts val="750"/>
              <a:buFont typeface="Calibri"/>
              <a:buNone/>
            </a:pPr>
            <a:r>
              <a:rPr lang="en-US" sz="750" b="0" i="0" u="none" strike="noStrike" cap="none">
                <a:solidFill>
                  <a:srgbClr val="A50064"/>
                </a:solidFill>
                <a:latin typeface="Calibri"/>
                <a:ea typeface="Calibri"/>
                <a:cs typeface="Calibri"/>
                <a:sym typeface="Calibri"/>
              </a:rPr>
              <a:t>Reporting</a:t>
            </a:r>
            <a:endParaRPr sz="750" b="0" i="0" u="none" strike="noStrike" cap="none">
              <a:solidFill>
                <a:schemeClr val="dk1"/>
              </a:solidFill>
              <a:latin typeface="Calibri"/>
              <a:ea typeface="Calibri"/>
              <a:cs typeface="Calibri"/>
              <a:sym typeface="Calibri"/>
            </a:endParaRPr>
          </a:p>
        </p:txBody>
      </p:sp>
      <p:sp>
        <p:nvSpPr>
          <p:cNvPr id="445" name="Google Shape;445;p7"/>
          <p:cNvSpPr/>
          <p:nvPr/>
        </p:nvSpPr>
        <p:spPr>
          <a:xfrm>
            <a:off x="320040" y="4873752"/>
            <a:ext cx="7315200" cy="182880"/>
          </a:xfrm>
          <a:prstGeom prst="rect">
            <a:avLst/>
          </a:prstGeom>
          <a:noFill/>
          <a:ln>
            <a:noFill/>
          </a:ln>
        </p:spPr>
        <p:txBody>
          <a:bodyPr spcFirstLastPara="1" wrap="square" lIns="0" tIns="0" rIns="0" bIns="0" anchor="ctr" anchorCtr="0">
            <a:noAutofit/>
          </a:bodyPr>
          <a:lstStyle/>
          <a:p>
            <a:pPr>
              <a:defRPr sz="900">
                <a:solidFill>
                  <a:srgbClr val="5C5060"/>
                </a:solidFill>
              </a:defRPr>
            </a:pPr>
            <a:r>
              <a:t>Nguồn: GA4 &amp; BigQuery   |   Owner: Web Platform   |   Chốt số liệu: 28/10/2026</a:t>
            </a:r>
          </a:p>
        </p:txBody>
      </p:sp>
      <p:sp>
        <p:nvSpPr>
          <p:cNvPr id="446" name="Google Shape;446;p7"/>
          <p:cNvSpPr/>
          <p:nvPr/>
        </p:nvSpPr>
        <p:spPr>
          <a:xfrm>
            <a:off x="8321040" y="4873752"/>
            <a:ext cx="502920" cy="182880"/>
          </a:xfrm>
          <a:prstGeom prst="rect">
            <a:avLst/>
          </a:prstGeom>
          <a:noFill/>
          <a:ln>
            <a:noFill/>
          </a:ln>
        </p:spPr>
        <p:txBody>
          <a:bodyPr spcFirstLastPara="1" wrap="square" lIns="0" tIns="0" rIns="0" bIns="0" anchor="ctr" anchorCtr="0">
            <a:noAutofit/>
          </a:bodyPr>
          <a:lstStyle/>
          <a:p>
            <a:pPr>
              <a:defRPr sz="900">
                <a:solidFill>
                  <a:srgbClr val="5C5060"/>
                </a:solidFill>
              </a:defRPr>
            </a:pPr>
            <a:r>
              <a:t>6 / 8</a:t>
            </a:r>
          </a:p>
        </p:txBody>
      </p:sp>
      <p:sp>
        <p:nvSpPr>
          <p:cNvPr id="447" name="Google Shape;447;p7"/>
          <p:cNvSpPr/>
          <p:nvPr/>
        </p:nvSpPr>
        <p:spPr>
          <a:xfrm>
            <a:off x="320040" y="896112"/>
            <a:ext cx="8503920" cy="621792"/>
          </a:xfrm>
          <a:prstGeom prst="rect">
            <a:avLst/>
          </a:prstGeom>
          <a:solidFill>
            <a:srgbClr val="FFEFF4"/>
          </a:solidFill>
          <a:ln w="12700" cap="flat" cmpd="sng">
            <a:solidFill>
              <a:srgbClr val="FFEFF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 name="Google Shape;448;p7"/>
          <p:cNvSpPr/>
          <p:nvPr/>
        </p:nvSpPr>
        <p:spPr>
          <a:xfrm>
            <a:off x="457200" y="896112"/>
            <a:ext cx="8229600" cy="621792"/>
          </a:xfrm>
          <a:prstGeom prst="rect">
            <a:avLst/>
          </a:prstGeom>
          <a:noFill/>
          <a:ln>
            <a:noFill/>
          </a:ln>
        </p:spPr>
        <p:txBody>
          <a:bodyPr spcFirstLastPara="1" wrap="square" lIns="0" tIns="0" rIns="0" bIns="0" anchor="ctr" anchorCtr="0">
            <a:noAutofit/>
          </a:bodyPr>
          <a:lstStyle/>
          <a:p>
            <a:pPr>
              <a:defRPr sz="950">
                <a:solidFill>
                  <a:srgbClr val="1C171A"/>
                </a:solidFill>
              </a:defRPr>
            </a:pPr>
            <a:r>
              <a:t>• Ý chính 1: Cinema Hub đạt 726K views cụm rạp (+142.2%), đóng góp 1.8K cài app OneLink (CVR Map Bank đạt 25.33%).</a:t>
            </a:r>
          </a:p>
          <a:p>
            <a:pPr>
              <a:defRPr sz="950">
                <a:solidFill>
                  <a:srgbClr val="1C171A"/>
                </a:solidFill>
              </a:defRPr>
            </a:pPr>
            <a:r>
              <a:t>• Ý chính 2: Financial Hub đạt 223K views (+10.9%), riêng cụm Tỷ giá tăng +444.9%, bù đắp phần giảm của Vay Nhanh do cắt Ads.</a:t>
            </a:r>
          </a:p>
          <a:p>
            <a:pPr>
              <a:defRPr sz="950">
                <a:solidFill>
                  <a:srgbClr val="1C171A"/>
                </a:solidFill>
              </a:defRPr>
            </a:pPr>
            <a:r>
              <a:t>• Ý chính 3: Mở rộng cụm tiện ích tài chính (Thuế TNCN, Lương Gross-Net) chuẩn bị phục vụ cao điểm tra cứu cuối năm.</a:t>
            </a:r>
          </a:p>
        </p:txBody>
      </p:sp>
      <p:sp>
        <p:nvSpPr>
          <p:cNvPr id="449" name="Google Shape;449;p7"/>
          <p:cNvSpPr/>
          <p:nvPr/>
        </p:nvSpPr>
        <p:spPr>
          <a:xfrm>
            <a:off x="320040" y="1575952"/>
            <a:ext cx="5303520" cy="181245"/>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50064"/>
              </a:buClr>
              <a:buSzPts val="1000"/>
              <a:buFont typeface="Calibri"/>
              <a:buNone/>
            </a:pPr>
            <a:r>
              <a:rPr lang="en-US" sz="1000" b="1" i="0" u="none" strike="noStrike" cap="none">
                <a:solidFill>
                  <a:srgbClr val="A50064"/>
                </a:solidFill>
                <a:latin typeface="Calibri"/>
                <a:ea typeface="Calibri"/>
                <a:cs typeface="Calibri"/>
                <a:sym typeface="Calibri"/>
              </a:rPr>
              <a:t>FINANCIAL PERFORMANCE</a:t>
            </a:r>
            <a:endParaRPr sz="1000" b="0" i="0" u="none" strike="noStrike" cap="none">
              <a:solidFill>
                <a:schemeClr val="dk1"/>
              </a:solidFill>
              <a:latin typeface="Calibri"/>
              <a:ea typeface="Calibri"/>
              <a:cs typeface="Calibri"/>
              <a:sym typeface="Calibri"/>
            </a:endParaRPr>
          </a:p>
        </p:txBody>
      </p:sp>
      <p:cxnSp>
        <p:nvCxnSpPr>
          <p:cNvPr id="450" name="Google Shape;450;p7"/>
          <p:cNvCxnSpPr/>
          <p:nvPr/>
        </p:nvCxnSpPr>
        <p:spPr>
          <a:xfrm>
            <a:off x="320040" y="1772301"/>
            <a:ext cx="5303520" cy="0"/>
          </a:xfrm>
          <a:prstGeom prst="straightConnector1">
            <a:avLst/>
          </a:prstGeom>
          <a:noFill/>
          <a:ln w="12700" cap="flat" cmpd="sng">
            <a:solidFill>
              <a:srgbClr val="A50064"/>
            </a:solidFill>
            <a:prstDash val="solid"/>
            <a:round/>
            <a:headEnd type="none" w="sm" len="sm"/>
            <a:tailEnd type="none" w="sm" len="sm"/>
          </a:ln>
        </p:spPr>
      </p:cxnSp>
      <p:sp>
        <p:nvSpPr>
          <p:cNvPr id="451" name="Google Shape;451;p7"/>
          <p:cNvSpPr/>
          <p:nvPr/>
        </p:nvSpPr>
        <p:spPr>
          <a:xfrm>
            <a:off x="320040" y="1855371"/>
            <a:ext cx="2606040" cy="906224"/>
          </a:xfrm>
          <a:prstGeom prst="rect">
            <a:avLst/>
          </a:prstGeom>
          <a:solidFill>
            <a:srgbClr val="FFFFFF"/>
          </a:solidFill>
          <a:ln w="12700" cap="flat" cmpd="sng">
            <a:solidFill>
              <a:srgbClr val="E0E0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 name="Google Shape;452;p7"/>
          <p:cNvSpPr/>
          <p:nvPr/>
        </p:nvSpPr>
        <p:spPr>
          <a:xfrm>
            <a:off x="320040" y="1885579"/>
            <a:ext cx="2606040" cy="166141"/>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A50064"/>
              </a:buClr>
              <a:buSzPts val="1000"/>
              <a:buFont typeface="Calibri"/>
              <a:buNone/>
            </a:pPr>
            <a:r>
              <a:rPr lang="en-US" sz="1000" b="1" i="0" u="none" strike="noStrike" cap="none">
                <a:solidFill>
                  <a:srgbClr val="A50064"/>
                </a:solidFill>
                <a:latin typeface="Calibri"/>
                <a:ea typeface="Calibri"/>
                <a:cs typeface="Calibri"/>
                <a:sym typeface="Calibri"/>
              </a:rPr>
              <a:t>MAU</a:t>
            </a:r>
            <a:endParaRPr sz="1000" b="0" i="0" u="none" strike="noStrike" cap="none">
              <a:solidFill>
                <a:schemeClr val="dk1"/>
              </a:solidFill>
              <a:latin typeface="Calibri"/>
              <a:ea typeface="Calibri"/>
              <a:cs typeface="Calibri"/>
              <a:sym typeface="Calibri"/>
            </a:endParaRPr>
          </a:p>
        </p:txBody>
      </p:sp>
      <p:sp>
        <p:nvSpPr>
          <p:cNvPr id="453" name="Google Shape;453;p7"/>
          <p:cNvSpPr/>
          <p:nvPr/>
        </p:nvSpPr>
        <p:spPr>
          <a:xfrm>
            <a:off x="320040" y="2036616"/>
            <a:ext cx="2606040" cy="302075"/>
          </a:xfrm>
          <a:prstGeom prst="rect">
            <a:avLst/>
          </a:prstGeom>
          <a:noFill/>
          <a:ln>
            <a:noFill/>
          </a:ln>
        </p:spPr>
        <p:txBody>
          <a:bodyPr spcFirstLastPara="1" wrap="square" lIns="0" tIns="0" rIns="0" bIns="0" anchor="ctr" anchorCtr="0">
            <a:noAutofit/>
          </a:bodyPr>
          <a:lstStyle/>
          <a:p>
            <a:pPr>
              <a:defRPr sz="2000" b="1">
                <a:solidFill>
                  <a:srgbClr val="1C171A"/>
                </a:solidFill>
              </a:defRPr>
            </a:pPr>
            <a:r>
              <a:t>726.8K</a:t>
            </a:r>
          </a:p>
        </p:txBody>
      </p:sp>
      <p:sp>
        <p:nvSpPr>
          <p:cNvPr id="454" name="Google Shape;454;p7"/>
          <p:cNvSpPr/>
          <p:nvPr/>
        </p:nvSpPr>
        <p:spPr>
          <a:xfrm>
            <a:off x="320040" y="2338691"/>
            <a:ext cx="2606040" cy="151037"/>
          </a:xfrm>
          <a:prstGeom prst="rect">
            <a:avLst/>
          </a:prstGeom>
          <a:noFill/>
          <a:ln>
            <a:noFill/>
          </a:ln>
        </p:spPr>
        <p:txBody>
          <a:bodyPr spcFirstLastPara="1" wrap="square" lIns="0" tIns="0" rIns="0" bIns="0" anchor="ctr" anchorCtr="0">
            <a:noAutofit/>
          </a:bodyPr>
          <a:lstStyle/>
          <a:p>
            <a:pPr>
              <a:defRPr sz="1000" b="1">
                <a:solidFill>
                  <a:srgbClr val="059669"/>
                </a:solidFill>
              </a:defRPr>
            </a:pPr>
            <a:r>
              <a:t>▲ +142.2% MoM</a:t>
            </a:r>
          </a:p>
        </p:txBody>
      </p:sp>
      <p:sp>
        <p:nvSpPr>
          <p:cNvPr id="455" name="Google Shape;455;p7"/>
          <p:cNvSpPr/>
          <p:nvPr/>
        </p:nvSpPr>
        <p:spPr>
          <a:xfrm>
            <a:off x="457200" y="2519936"/>
            <a:ext cx="2331720" cy="166141"/>
          </a:xfrm>
          <a:prstGeom prst="rect">
            <a:avLst/>
          </a:prstGeom>
          <a:solidFill>
            <a:srgbClr val="1565C0"/>
          </a:solidFill>
          <a:ln w="12700" cap="flat" cmpd="sng">
            <a:solidFill>
              <a:srgbClr val="1565C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 name="Google Shape;456;p7"/>
          <p:cNvSpPr/>
          <p:nvPr/>
        </p:nvSpPr>
        <p:spPr>
          <a:xfrm>
            <a:off x="457200" y="2519936"/>
            <a:ext cx="2331720" cy="166141"/>
          </a:xfrm>
          <a:prstGeom prst="rect">
            <a:avLst/>
          </a:prstGeom>
          <a:noFill/>
          <a:ln>
            <a:noFill/>
          </a:ln>
        </p:spPr>
        <p:txBody>
          <a:bodyPr spcFirstLastPara="1" wrap="square" lIns="0" tIns="0" rIns="0" bIns="0" anchor="ctr" anchorCtr="0">
            <a:noAutofit/>
          </a:bodyPr>
          <a:lstStyle/>
          <a:p>
            <a:pPr>
              <a:defRPr sz="900">
                <a:solidFill>
                  <a:srgbClr val="5C5060"/>
                </a:solidFill>
              </a:defRPr>
            </a:pPr>
            <a:r>
              <a:t>102% vs Kế hoạch</a:t>
            </a:r>
          </a:p>
        </p:txBody>
      </p:sp>
      <p:sp>
        <p:nvSpPr>
          <p:cNvPr id="457" name="Google Shape;457;p7"/>
          <p:cNvSpPr/>
          <p:nvPr/>
        </p:nvSpPr>
        <p:spPr>
          <a:xfrm>
            <a:off x="3017520" y="1855371"/>
            <a:ext cx="2606040" cy="906224"/>
          </a:xfrm>
          <a:prstGeom prst="rect">
            <a:avLst/>
          </a:prstGeom>
          <a:solidFill>
            <a:srgbClr val="FFFFFF"/>
          </a:solidFill>
          <a:ln w="12700" cap="flat" cmpd="sng">
            <a:solidFill>
              <a:srgbClr val="E0E0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 name="Google Shape;458;p7"/>
          <p:cNvSpPr/>
          <p:nvPr/>
        </p:nvSpPr>
        <p:spPr>
          <a:xfrm>
            <a:off x="3017520" y="1885579"/>
            <a:ext cx="2606040" cy="166141"/>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A50064"/>
              </a:buClr>
              <a:buSzPts val="1000"/>
              <a:buFont typeface="Calibri"/>
              <a:buNone/>
            </a:pPr>
            <a:r>
              <a:rPr lang="en-US" sz="1000" b="1" i="0" u="none" strike="noStrike" cap="none">
                <a:solidFill>
                  <a:srgbClr val="A50064"/>
                </a:solidFill>
                <a:latin typeface="Calibri"/>
                <a:ea typeface="Calibri"/>
                <a:cs typeface="Calibri"/>
                <a:sym typeface="Calibri"/>
              </a:rPr>
              <a:t>Revenue</a:t>
            </a:r>
            <a:endParaRPr sz="1000" b="0" i="0" u="none" strike="noStrike" cap="none">
              <a:solidFill>
                <a:schemeClr val="dk1"/>
              </a:solidFill>
              <a:latin typeface="Calibri"/>
              <a:ea typeface="Calibri"/>
              <a:cs typeface="Calibri"/>
              <a:sym typeface="Calibri"/>
            </a:endParaRPr>
          </a:p>
        </p:txBody>
      </p:sp>
      <p:sp>
        <p:nvSpPr>
          <p:cNvPr id="459" name="Google Shape;459;p7"/>
          <p:cNvSpPr/>
          <p:nvPr/>
        </p:nvSpPr>
        <p:spPr>
          <a:xfrm>
            <a:off x="3017520" y="2036616"/>
            <a:ext cx="2606040" cy="302075"/>
          </a:xfrm>
          <a:prstGeom prst="rect">
            <a:avLst/>
          </a:prstGeom>
          <a:noFill/>
          <a:ln>
            <a:noFill/>
          </a:ln>
        </p:spPr>
        <p:txBody>
          <a:bodyPr spcFirstLastPara="1" wrap="square" lIns="0" tIns="0" rIns="0" bIns="0" anchor="ctr" anchorCtr="0">
            <a:noAutofit/>
          </a:bodyPr>
          <a:lstStyle/>
          <a:p>
            <a:pPr>
              <a:defRPr sz="2000" b="1">
                <a:solidFill>
                  <a:srgbClr val="1C171A"/>
                </a:solidFill>
              </a:defRPr>
            </a:pPr>
            <a:r>
              <a:t>223.2K</a:t>
            </a:r>
          </a:p>
        </p:txBody>
      </p:sp>
      <p:sp>
        <p:nvSpPr>
          <p:cNvPr id="460" name="Google Shape;460;p7"/>
          <p:cNvSpPr/>
          <p:nvPr/>
        </p:nvSpPr>
        <p:spPr>
          <a:xfrm>
            <a:off x="3017520" y="2338691"/>
            <a:ext cx="2606040" cy="151037"/>
          </a:xfrm>
          <a:prstGeom prst="rect">
            <a:avLst/>
          </a:prstGeom>
          <a:noFill/>
          <a:ln>
            <a:noFill/>
          </a:ln>
        </p:spPr>
        <p:txBody>
          <a:bodyPr spcFirstLastPara="1" wrap="square" lIns="0" tIns="0" rIns="0" bIns="0" anchor="ctr" anchorCtr="0">
            <a:noAutofit/>
          </a:bodyPr>
          <a:lstStyle/>
          <a:p>
            <a:pPr>
              <a:defRPr sz="1000" b="1">
                <a:solidFill>
                  <a:srgbClr val="059669"/>
                </a:solidFill>
              </a:defRPr>
            </a:pPr>
            <a:r>
              <a:t>▲ +142.2% MoM</a:t>
            </a:r>
          </a:p>
        </p:txBody>
      </p:sp>
      <p:sp>
        <p:nvSpPr>
          <p:cNvPr id="461" name="Google Shape;461;p7"/>
          <p:cNvSpPr/>
          <p:nvPr/>
        </p:nvSpPr>
        <p:spPr>
          <a:xfrm>
            <a:off x="3154680" y="2519936"/>
            <a:ext cx="2331720" cy="166141"/>
          </a:xfrm>
          <a:prstGeom prst="rect">
            <a:avLst/>
          </a:prstGeom>
          <a:solidFill>
            <a:srgbClr val="F57F17"/>
          </a:solidFill>
          <a:ln w="12700" cap="flat" cmpd="sng">
            <a:solidFill>
              <a:srgbClr val="F57F1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 name="Google Shape;462;p7"/>
          <p:cNvSpPr/>
          <p:nvPr/>
        </p:nvSpPr>
        <p:spPr>
          <a:xfrm>
            <a:off x="3154680" y="2519936"/>
            <a:ext cx="2331720" cy="166141"/>
          </a:xfrm>
          <a:prstGeom prst="rect">
            <a:avLst/>
          </a:prstGeom>
          <a:noFill/>
          <a:ln>
            <a:noFill/>
          </a:ln>
        </p:spPr>
        <p:txBody>
          <a:bodyPr spcFirstLastPara="1" wrap="square" lIns="0" tIns="0" rIns="0" bIns="0" anchor="ctr" anchorCtr="0">
            <a:noAutofit/>
          </a:bodyPr>
          <a:lstStyle/>
          <a:p>
            <a:pPr>
              <a:defRPr sz="900">
                <a:solidFill>
                  <a:srgbClr val="5C5060"/>
                </a:solidFill>
              </a:defRPr>
            </a:pPr>
            <a:r>
              <a:t>102% vs Kế hoạch</a:t>
            </a:r>
          </a:p>
        </p:txBody>
      </p:sp>
      <p:sp>
        <p:nvSpPr>
          <p:cNvPr id="463" name="Google Shape;463;p7"/>
          <p:cNvSpPr/>
          <p:nvPr/>
        </p:nvSpPr>
        <p:spPr>
          <a:xfrm>
            <a:off x="320040" y="2837114"/>
            <a:ext cx="2606040" cy="906224"/>
          </a:xfrm>
          <a:prstGeom prst="rect">
            <a:avLst/>
          </a:prstGeom>
          <a:solidFill>
            <a:srgbClr val="FFFFFF"/>
          </a:solidFill>
          <a:ln w="12700" cap="flat" cmpd="sng">
            <a:solidFill>
              <a:srgbClr val="E0E0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 name="Google Shape;464;p7"/>
          <p:cNvSpPr/>
          <p:nvPr/>
        </p:nvSpPr>
        <p:spPr>
          <a:xfrm>
            <a:off x="320040" y="2867322"/>
            <a:ext cx="2606040" cy="166141"/>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A50064"/>
              </a:buClr>
              <a:buSzPts val="1000"/>
              <a:buFont typeface="Calibri"/>
              <a:buNone/>
            </a:pPr>
            <a:r>
              <a:rPr lang="en-US" sz="1000" b="1" i="0" u="none" strike="noStrike" cap="none">
                <a:solidFill>
                  <a:srgbClr val="A50064"/>
                </a:solidFill>
                <a:latin typeface="Calibri"/>
                <a:ea typeface="Calibri"/>
                <a:cs typeface="Calibri"/>
                <a:sym typeface="Calibri"/>
              </a:rPr>
              <a:t>SnM</a:t>
            </a:r>
            <a:endParaRPr sz="1000" b="0" i="0" u="none" strike="noStrike" cap="none">
              <a:solidFill>
                <a:schemeClr val="dk1"/>
              </a:solidFill>
              <a:latin typeface="Calibri"/>
              <a:ea typeface="Calibri"/>
              <a:cs typeface="Calibri"/>
              <a:sym typeface="Calibri"/>
            </a:endParaRPr>
          </a:p>
        </p:txBody>
      </p:sp>
      <p:sp>
        <p:nvSpPr>
          <p:cNvPr id="465" name="Google Shape;465;p7"/>
          <p:cNvSpPr/>
          <p:nvPr/>
        </p:nvSpPr>
        <p:spPr>
          <a:xfrm>
            <a:off x="320040" y="3018359"/>
            <a:ext cx="2606040" cy="302075"/>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00000"/>
              </a:buClr>
              <a:buSzPts val="2400"/>
              <a:buFont typeface="Calibri"/>
              <a:buNone/>
            </a:pPr>
            <a:r>
              <a:rPr lang="en-US" sz="2400" b="1" i="0" u="none" strike="noStrike" cap="none">
                <a:solidFill>
                  <a:srgbClr val="000000"/>
                </a:solidFill>
                <a:latin typeface="Calibri"/>
                <a:ea typeface="Calibri"/>
                <a:cs typeface="Calibri"/>
                <a:sym typeface="Calibri"/>
              </a:rPr>
              <a:t>x.xB</a:t>
            </a:r>
            <a:endParaRPr sz="2400" b="0" i="0" u="none" strike="noStrike" cap="none">
              <a:solidFill>
                <a:schemeClr val="dk1"/>
              </a:solidFill>
              <a:latin typeface="Calibri"/>
              <a:ea typeface="Calibri"/>
              <a:cs typeface="Calibri"/>
              <a:sym typeface="Calibri"/>
            </a:endParaRPr>
          </a:p>
        </p:txBody>
      </p:sp>
      <p:sp>
        <p:nvSpPr>
          <p:cNvPr id="466" name="Google Shape;466;p7"/>
          <p:cNvSpPr/>
          <p:nvPr/>
        </p:nvSpPr>
        <p:spPr>
          <a:xfrm>
            <a:off x="320040" y="3320434"/>
            <a:ext cx="2606040" cy="151037"/>
          </a:xfrm>
          <a:prstGeom prst="rect">
            <a:avLst/>
          </a:prstGeom>
          <a:noFill/>
          <a:ln>
            <a:noFill/>
          </a:ln>
        </p:spPr>
        <p:txBody>
          <a:bodyPr spcFirstLastPara="1" wrap="square" lIns="0" tIns="0" rIns="0" bIns="0" anchor="ctr" anchorCtr="0">
            <a:noAutofit/>
          </a:bodyPr>
          <a:lstStyle/>
          <a:p>
            <a:pPr>
              <a:defRPr sz="1000" b="1">
                <a:solidFill>
                  <a:srgbClr val="059669"/>
                </a:solidFill>
              </a:defRPr>
            </a:pPr>
            <a:r>
              <a:t>▲ +142.2% MoM</a:t>
            </a:r>
          </a:p>
        </p:txBody>
      </p:sp>
      <p:sp>
        <p:nvSpPr>
          <p:cNvPr id="467" name="Google Shape;467;p7"/>
          <p:cNvSpPr/>
          <p:nvPr/>
        </p:nvSpPr>
        <p:spPr>
          <a:xfrm>
            <a:off x="457200" y="3501679"/>
            <a:ext cx="2331720" cy="166141"/>
          </a:xfrm>
          <a:prstGeom prst="rect">
            <a:avLst/>
          </a:prstGeom>
          <a:solidFill>
            <a:srgbClr val="1565C0"/>
          </a:solidFill>
          <a:ln w="12700" cap="flat" cmpd="sng">
            <a:solidFill>
              <a:srgbClr val="1565C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 name="Google Shape;468;p7"/>
          <p:cNvSpPr/>
          <p:nvPr/>
        </p:nvSpPr>
        <p:spPr>
          <a:xfrm>
            <a:off x="457200" y="3501679"/>
            <a:ext cx="2331720" cy="166141"/>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900"/>
              <a:buFont typeface="Calibri"/>
              <a:buNone/>
            </a:pPr>
            <a:r>
              <a:rPr lang="en-US" sz="900" b="1" i="0" u="none" strike="noStrike" cap="none">
                <a:solidFill>
                  <a:srgbClr val="FFFFFF"/>
                </a:solidFill>
                <a:latin typeface="Calibri"/>
                <a:ea typeface="Calibri"/>
                <a:cs typeface="Calibri"/>
                <a:sym typeface="Calibri"/>
              </a:rPr>
              <a:t>YTD xx%</a:t>
            </a:r>
            <a:endParaRPr sz="900" b="0" i="0" u="none" strike="noStrike" cap="none">
              <a:solidFill>
                <a:schemeClr val="dk1"/>
              </a:solidFill>
              <a:latin typeface="Calibri"/>
              <a:ea typeface="Calibri"/>
              <a:cs typeface="Calibri"/>
              <a:sym typeface="Calibri"/>
            </a:endParaRPr>
          </a:p>
        </p:txBody>
      </p:sp>
      <p:sp>
        <p:nvSpPr>
          <p:cNvPr id="469" name="Google Shape;469;p7"/>
          <p:cNvSpPr/>
          <p:nvPr/>
        </p:nvSpPr>
        <p:spPr>
          <a:xfrm>
            <a:off x="3017520" y="2837114"/>
            <a:ext cx="2606040" cy="906224"/>
          </a:xfrm>
          <a:prstGeom prst="rect">
            <a:avLst/>
          </a:prstGeom>
          <a:solidFill>
            <a:srgbClr val="FFFFFF"/>
          </a:solidFill>
          <a:ln w="12700" cap="flat" cmpd="sng">
            <a:solidFill>
              <a:srgbClr val="E0E0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 name="Google Shape;470;p7"/>
          <p:cNvSpPr/>
          <p:nvPr/>
        </p:nvSpPr>
        <p:spPr>
          <a:xfrm>
            <a:off x="3017520" y="2867322"/>
            <a:ext cx="2606040" cy="166141"/>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A50064"/>
              </a:buClr>
              <a:buSzPts val="1000"/>
              <a:buFont typeface="Calibri"/>
              <a:buNone/>
            </a:pPr>
            <a:r>
              <a:rPr lang="en-US" sz="1000" b="1" i="0" u="none" strike="noStrike" cap="none">
                <a:solidFill>
                  <a:srgbClr val="A50064"/>
                </a:solidFill>
                <a:latin typeface="Calibri"/>
                <a:ea typeface="Calibri"/>
                <a:cs typeface="Calibri"/>
                <a:sym typeface="Calibri"/>
              </a:rPr>
              <a:t>EBITDA</a:t>
            </a:r>
            <a:endParaRPr sz="1000" b="0" i="0" u="none" strike="noStrike" cap="none">
              <a:solidFill>
                <a:schemeClr val="dk1"/>
              </a:solidFill>
              <a:latin typeface="Calibri"/>
              <a:ea typeface="Calibri"/>
              <a:cs typeface="Calibri"/>
              <a:sym typeface="Calibri"/>
            </a:endParaRPr>
          </a:p>
        </p:txBody>
      </p:sp>
      <p:sp>
        <p:nvSpPr>
          <p:cNvPr id="471" name="Google Shape;471;p7"/>
          <p:cNvSpPr/>
          <p:nvPr/>
        </p:nvSpPr>
        <p:spPr>
          <a:xfrm>
            <a:off x="3017520" y="3018359"/>
            <a:ext cx="2606040" cy="302075"/>
          </a:xfrm>
          <a:prstGeom prst="rect">
            <a:avLst/>
          </a:prstGeom>
          <a:noFill/>
          <a:ln>
            <a:noFill/>
          </a:ln>
        </p:spPr>
        <p:txBody>
          <a:bodyPr spcFirstLastPara="1" wrap="square" lIns="0" tIns="0" rIns="0" bIns="0" anchor="ctr" anchorCtr="0">
            <a:noAutofit/>
          </a:bodyPr>
          <a:lstStyle/>
          <a:p>
            <a:pPr>
              <a:defRPr sz="2000" b="1">
                <a:solidFill>
                  <a:srgbClr val="1C171A"/>
                </a:solidFill>
              </a:defRPr>
            </a:pPr>
            <a:r>
              <a:t>223.2K</a:t>
            </a:r>
          </a:p>
        </p:txBody>
      </p:sp>
      <p:sp>
        <p:nvSpPr>
          <p:cNvPr id="472" name="Google Shape;472;p7"/>
          <p:cNvSpPr/>
          <p:nvPr/>
        </p:nvSpPr>
        <p:spPr>
          <a:xfrm>
            <a:off x="3017520" y="3320434"/>
            <a:ext cx="2606040" cy="151037"/>
          </a:xfrm>
          <a:prstGeom prst="rect">
            <a:avLst/>
          </a:prstGeom>
          <a:noFill/>
          <a:ln>
            <a:noFill/>
          </a:ln>
        </p:spPr>
        <p:txBody>
          <a:bodyPr spcFirstLastPara="1" wrap="square" lIns="0" tIns="0" rIns="0" bIns="0" anchor="ctr" anchorCtr="0">
            <a:noAutofit/>
          </a:bodyPr>
          <a:lstStyle/>
          <a:p>
            <a:pPr>
              <a:defRPr sz="1000" b="1">
                <a:solidFill>
                  <a:srgbClr val="059669"/>
                </a:solidFill>
              </a:defRPr>
            </a:pPr>
            <a:r>
              <a:t>▲ +142.2% MoM</a:t>
            </a:r>
          </a:p>
        </p:txBody>
      </p:sp>
      <p:sp>
        <p:nvSpPr>
          <p:cNvPr id="473" name="Google Shape;473;p7"/>
          <p:cNvSpPr/>
          <p:nvPr/>
        </p:nvSpPr>
        <p:spPr>
          <a:xfrm>
            <a:off x="3154680" y="3501679"/>
            <a:ext cx="2331720" cy="166141"/>
          </a:xfrm>
          <a:prstGeom prst="rect">
            <a:avLst/>
          </a:prstGeom>
          <a:solidFill>
            <a:srgbClr val="1B5E20"/>
          </a:solidFill>
          <a:ln w="12700" cap="flat" cmpd="sng">
            <a:solidFill>
              <a:srgbClr val="1B5E2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 name="Google Shape;474;p7"/>
          <p:cNvSpPr/>
          <p:nvPr/>
        </p:nvSpPr>
        <p:spPr>
          <a:xfrm>
            <a:off x="3154680" y="3501679"/>
            <a:ext cx="2331720" cy="166141"/>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900"/>
              <a:buFont typeface="Calibri"/>
              <a:buNone/>
            </a:pPr>
            <a:r>
              <a:rPr lang="en-US" sz="900" b="1" i="0" u="none" strike="noStrike" cap="none">
                <a:solidFill>
                  <a:srgbClr val="FFFFFF"/>
                </a:solidFill>
                <a:latin typeface="Calibri"/>
                <a:ea typeface="Calibri"/>
                <a:cs typeface="Calibri"/>
                <a:sym typeface="Calibri"/>
              </a:rPr>
              <a:t>%Budget: xx%</a:t>
            </a:r>
            <a:endParaRPr sz="900" b="0" i="0" u="none" strike="noStrike" cap="none">
              <a:solidFill>
                <a:schemeClr val="dk1"/>
              </a:solidFill>
              <a:latin typeface="Calibri"/>
              <a:ea typeface="Calibri"/>
              <a:cs typeface="Calibri"/>
              <a:sym typeface="Calibri"/>
            </a:endParaRPr>
          </a:p>
        </p:txBody>
      </p:sp>
      <p:sp>
        <p:nvSpPr>
          <p:cNvPr id="475" name="Google Shape;475;p7"/>
          <p:cNvSpPr/>
          <p:nvPr/>
        </p:nvSpPr>
        <p:spPr>
          <a:xfrm>
            <a:off x="320040" y="3841513"/>
            <a:ext cx="5303520" cy="181245"/>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50064"/>
              </a:buClr>
              <a:buSzPts val="1000"/>
              <a:buFont typeface="Calibri"/>
              <a:buNone/>
            </a:pPr>
            <a:r>
              <a:rPr lang="en-US" sz="1000" b="1" i="0" u="none" strike="noStrike" cap="none">
                <a:solidFill>
                  <a:srgbClr val="A50064"/>
                </a:solidFill>
                <a:latin typeface="Calibri"/>
                <a:ea typeface="Calibri"/>
                <a:cs typeface="Calibri"/>
                <a:sym typeface="Calibri"/>
              </a:rPr>
              <a:t>OTHER METRICS</a:t>
            </a:r>
            <a:endParaRPr sz="1000" b="0" i="0" u="none" strike="noStrike" cap="none">
              <a:solidFill>
                <a:schemeClr val="dk1"/>
              </a:solidFill>
              <a:latin typeface="Calibri"/>
              <a:ea typeface="Calibri"/>
              <a:cs typeface="Calibri"/>
              <a:sym typeface="Calibri"/>
            </a:endParaRPr>
          </a:p>
        </p:txBody>
      </p:sp>
      <p:cxnSp>
        <p:nvCxnSpPr>
          <p:cNvPr id="476" name="Google Shape;476;p7"/>
          <p:cNvCxnSpPr/>
          <p:nvPr/>
        </p:nvCxnSpPr>
        <p:spPr>
          <a:xfrm>
            <a:off x="320040" y="4037861"/>
            <a:ext cx="5303520" cy="0"/>
          </a:xfrm>
          <a:prstGeom prst="straightConnector1">
            <a:avLst/>
          </a:prstGeom>
          <a:noFill/>
          <a:ln w="12700" cap="flat" cmpd="sng">
            <a:solidFill>
              <a:srgbClr val="A50064"/>
            </a:solidFill>
            <a:prstDash val="solid"/>
            <a:round/>
            <a:headEnd type="none" w="sm" len="sm"/>
            <a:tailEnd type="none" w="sm" len="sm"/>
          </a:ln>
        </p:spPr>
      </p:cxnSp>
      <p:sp>
        <p:nvSpPr>
          <p:cNvPr id="477" name="Google Shape;477;p7"/>
          <p:cNvSpPr/>
          <p:nvPr/>
        </p:nvSpPr>
        <p:spPr>
          <a:xfrm>
            <a:off x="320040" y="4098276"/>
            <a:ext cx="1700784" cy="679668"/>
          </a:xfrm>
          <a:prstGeom prst="rect">
            <a:avLst/>
          </a:prstGeom>
          <a:solidFill>
            <a:srgbClr val="FFFFFF"/>
          </a:solidFill>
          <a:ln w="12700" cap="flat" cmpd="sng">
            <a:solidFill>
              <a:srgbClr val="E0E0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 name="Google Shape;478;p7"/>
          <p:cNvSpPr/>
          <p:nvPr/>
        </p:nvSpPr>
        <p:spPr>
          <a:xfrm>
            <a:off x="320040" y="4120932"/>
            <a:ext cx="1700784" cy="151037"/>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A50064"/>
              </a:buClr>
              <a:buSzPts val="900"/>
              <a:buFont typeface="Calibri"/>
              <a:buNone/>
            </a:pPr>
            <a:r>
              <a:rPr lang="en-US" sz="900" b="1" i="0" u="none" strike="noStrike" cap="none">
                <a:solidFill>
                  <a:srgbClr val="A50064"/>
                </a:solidFill>
                <a:latin typeface="Calibri"/>
                <a:ea typeface="Calibri"/>
                <a:cs typeface="Calibri"/>
                <a:sym typeface="Calibri"/>
              </a:rPr>
              <a:t>[Metric 1]</a:t>
            </a:r>
            <a:endParaRPr sz="900" b="0" i="0" u="none" strike="noStrike" cap="none">
              <a:solidFill>
                <a:schemeClr val="dk1"/>
              </a:solidFill>
              <a:latin typeface="Calibri"/>
              <a:ea typeface="Calibri"/>
              <a:cs typeface="Calibri"/>
              <a:sym typeface="Calibri"/>
            </a:endParaRPr>
          </a:p>
        </p:txBody>
      </p:sp>
      <p:sp>
        <p:nvSpPr>
          <p:cNvPr id="479" name="Google Shape;479;p7"/>
          <p:cNvSpPr/>
          <p:nvPr/>
        </p:nvSpPr>
        <p:spPr>
          <a:xfrm>
            <a:off x="320040" y="4271969"/>
            <a:ext cx="1700784" cy="302075"/>
          </a:xfrm>
          <a:prstGeom prst="rect">
            <a:avLst/>
          </a:prstGeom>
          <a:noFill/>
          <a:ln>
            <a:noFill/>
          </a:ln>
        </p:spPr>
        <p:txBody>
          <a:bodyPr spcFirstLastPara="1" wrap="square" lIns="0" tIns="0" rIns="0" bIns="0" anchor="ctr" anchorCtr="0">
            <a:noAutofit/>
          </a:bodyPr>
          <a:lstStyle/>
          <a:p>
            <a:pPr>
              <a:defRPr sz="2000" b="1">
                <a:solidFill>
                  <a:srgbClr val="1C171A"/>
                </a:solidFill>
              </a:defRPr>
            </a:pPr>
            <a:r>
              <a:t>726.8K</a:t>
            </a:r>
          </a:p>
        </p:txBody>
      </p:sp>
      <p:sp>
        <p:nvSpPr>
          <p:cNvPr id="480" name="Google Shape;480;p7"/>
          <p:cNvSpPr/>
          <p:nvPr/>
        </p:nvSpPr>
        <p:spPr>
          <a:xfrm>
            <a:off x="320040" y="4574044"/>
            <a:ext cx="1700784" cy="151037"/>
          </a:xfrm>
          <a:prstGeom prst="rect">
            <a:avLst/>
          </a:prstGeom>
          <a:noFill/>
          <a:ln>
            <a:noFill/>
          </a:ln>
        </p:spPr>
        <p:txBody>
          <a:bodyPr spcFirstLastPara="1" wrap="square" lIns="0" tIns="0" rIns="0" bIns="0" anchor="ctr" anchorCtr="0">
            <a:noAutofit/>
          </a:bodyPr>
          <a:lstStyle/>
          <a:p>
            <a:pPr>
              <a:defRPr sz="1000" b="1">
                <a:solidFill>
                  <a:srgbClr val="059669"/>
                </a:solidFill>
              </a:defRPr>
            </a:pPr>
            <a:r>
              <a:t>▲ +142.2% MoM</a:t>
            </a:r>
          </a:p>
        </p:txBody>
      </p:sp>
      <p:sp>
        <p:nvSpPr>
          <p:cNvPr id="481" name="Google Shape;481;p7"/>
          <p:cNvSpPr/>
          <p:nvPr/>
        </p:nvSpPr>
        <p:spPr>
          <a:xfrm>
            <a:off x="2121408" y="4098276"/>
            <a:ext cx="1700784" cy="679668"/>
          </a:xfrm>
          <a:prstGeom prst="rect">
            <a:avLst/>
          </a:prstGeom>
          <a:solidFill>
            <a:srgbClr val="FFFFFF"/>
          </a:solidFill>
          <a:ln w="12700" cap="flat" cmpd="sng">
            <a:solidFill>
              <a:srgbClr val="E0E0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482;p7"/>
          <p:cNvSpPr/>
          <p:nvPr/>
        </p:nvSpPr>
        <p:spPr>
          <a:xfrm>
            <a:off x="2121408" y="4120932"/>
            <a:ext cx="1700784" cy="151037"/>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A50064"/>
              </a:buClr>
              <a:buSzPts val="900"/>
              <a:buFont typeface="Calibri"/>
              <a:buNone/>
            </a:pPr>
            <a:r>
              <a:rPr lang="en-US" sz="900" b="1" i="0" u="none" strike="noStrike" cap="none">
                <a:solidFill>
                  <a:srgbClr val="A50064"/>
                </a:solidFill>
                <a:latin typeface="Calibri"/>
                <a:ea typeface="Calibri"/>
                <a:cs typeface="Calibri"/>
                <a:sym typeface="Calibri"/>
              </a:rPr>
              <a:t>[Metric 2]</a:t>
            </a:r>
            <a:endParaRPr sz="900" b="0" i="0" u="none" strike="noStrike" cap="none">
              <a:solidFill>
                <a:schemeClr val="dk1"/>
              </a:solidFill>
              <a:latin typeface="Calibri"/>
              <a:ea typeface="Calibri"/>
              <a:cs typeface="Calibri"/>
              <a:sym typeface="Calibri"/>
            </a:endParaRPr>
          </a:p>
        </p:txBody>
      </p:sp>
      <p:sp>
        <p:nvSpPr>
          <p:cNvPr id="483" name="Google Shape;483;p7"/>
          <p:cNvSpPr/>
          <p:nvPr/>
        </p:nvSpPr>
        <p:spPr>
          <a:xfrm>
            <a:off x="2121408" y="4271969"/>
            <a:ext cx="1700784" cy="302075"/>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00000"/>
              </a:buClr>
              <a:buSzPts val="2000"/>
              <a:buFont typeface="Calibri"/>
              <a:buNone/>
            </a:pPr>
            <a:r>
              <a:rPr lang="en-US" sz="2000" b="1" i="0" u="none" strike="noStrike" cap="none">
                <a:solidFill>
                  <a:srgbClr val="000000"/>
                </a:solidFill>
                <a:latin typeface="Calibri"/>
                <a:ea typeface="Calibri"/>
                <a:cs typeface="Calibri"/>
                <a:sym typeface="Calibri"/>
              </a:rPr>
              <a:t>xx%</a:t>
            </a:r>
            <a:endParaRPr sz="2000" b="0" i="0" u="none" strike="noStrike" cap="none">
              <a:solidFill>
                <a:schemeClr val="dk1"/>
              </a:solidFill>
              <a:latin typeface="Calibri"/>
              <a:ea typeface="Calibri"/>
              <a:cs typeface="Calibri"/>
              <a:sym typeface="Calibri"/>
            </a:endParaRPr>
          </a:p>
        </p:txBody>
      </p:sp>
      <p:sp>
        <p:nvSpPr>
          <p:cNvPr id="484" name="Google Shape;484;p7"/>
          <p:cNvSpPr/>
          <p:nvPr/>
        </p:nvSpPr>
        <p:spPr>
          <a:xfrm>
            <a:off x="2121408" y="4574044"/>
            <a:ext cx="1700784" cy="151037"/>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6B6B6B"/>
              </a:buClr>
              <a:buSzPts val="900"/>
              <a:buFont typeface="Calibri"/>
              <a:buNone/>
            </a:pPr>
            <a:r>
              <a:rPr lang="en-US" sz="900" b="1" i="0" u="none" strike="noStrike" cap="none">
                <a:solidFill>
                  <a:srgbClr val="6B6B6B"/>
                </a:solidFill>
                <a:latin typeface="Calibri"/>
                <a:ea typeface="Calibri"/>
                <a:cs typeface="Calibri"/>
                <a:sym typeface="Calibri"/>
              </a:rPr>
              <a:t>→ flat</a:t>
            </a:r>
            <a:endParaRPr sz="900" b="0" i="0" u="none" strike="noStrike" cap="none">
              <a:solidFill>
                <a:schemeClr val="dk1"/>
              </a:solidFill>
              <a:latin typeface="Calibri"/>
              <a:ea typeface="Calibri"/>
              <a:cs typeface="Calibri"/>
              <a:sym typeface="Calibri"/>
            </a:endParaRPr>
          </a:p>
        </p:txBody>
      </p:sp>
      <p:sp>
        <p:nvSpPr>
          <p:cNvPr id="485" name="Google Shape;485;p7"/>
          <p:cNvSpPr/>
          <p:nvPr/>
        </p:nvSpPr>
        <p:spPr>
          <a:xfrm>
            <a:off x="3922776" y="4098276"/>
            <a:ext cx="1700784" cy="679668"/>
          </a:xfrm>
          <a:prstGeom prst="rect">
            <a:avLst/>
          </a:prstGeom>
          <a:solidFill>
            <a:srgbClr val="FFFFFF"/>
          </a:solidFill>
          <a:ln w="12700" cap="flat" cmpd="sng">
            <a:solidFill>
              <a:srgbClr val="E0E0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 name="Google Shape;486;p7"/>
          <p:cNvSpPr/>
          <p:nvPr/>
        </p:nvSpPr>
        <p:spPr>
          <a:xfrm>
            <a:off x="3922776" y="4120932"/>
            <a:ext cx="1700784" cy="151037"/>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A50064"/>
              </a:buClr>
              <a:buSzPts val="900"/>
              <a:buFont typeface="Calibri"/>
              <a:buNone/>
            </a:pPr>
            <a:r>
              <a:rPr lang="en-US" sz="900" b="1" i="0" u="none" strike="noStrike" cap="none">
                <a:solidFill>
                  <a:srgbClr val="A50064"/>
                </a:solidFill>
                <a:latin typeface="Calibri"/>
                <a:ea typeface="Calibri"/>
                <a:cs typeface="Calibri"/>
                <a:sym typeface="Calibri"/>
              </a:rPr>
              <a:t>[Metric 3]</a:t>
            </a:r>
            <a:endParaRPr sz="900" b="0" i="0" u="none" strike="noStrike" cap="none">
              <a:solidFill>
                <a:schemeClr val="dk1"/>
              </a:solidFill>
              <a:latin typeface="Calibri"/>
              <a:ea typeface="Calibri"/>
              <a:cs typeface="Calibri"/>
              <a:sym typeface="Calibri"/>
            </a:endParaRPr>
          </a:p>
        </p:txBody>
      </p:sp>
      <p:sp>
        <p:nvSpPr>
          <p:cNvPr id="487" name="Google Shape;487;p7"/>
          <p:cNvSpPr/>
          <p:nvPr/>
        </p:nvSpPr>
        <p:spPr>
          <a:xfrm>
            <a:off x="3922776" y="4271969"/>
            <a:ext cx="1700784" cy="302075"/>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00000"/>
              </a:buClr>
              <a:buSzPts val="2000"/>
              <a:buFont typeface="Calibri"/>
              <a:buNone/>
            </a:pPr>
            <a:r>
              <a:rPr lang="en-US" sz="2000" b="1" i="0" u="none" strike="noStrike" cap="none">
                <a:solidFill>
                  <a:srgbClr val="000000"/>
                </a:solidFill>
                <a:latin typeface="Calibri"/>
                <a:ea typeface="Calibri"/>
                <a:cs typeface="Calibri"/>
                <a:sym typeface="Calibri"/>
              </a:rPr>
              <a:t>xx%</a:t>
            </a:r>
            <a:endParaRPr sz="2000" b="0" i="0" u="none" strike="noStrike" cap="none">
              <a:solidFill>
                <a:schemeClr val="dk1"/>
              </a:solidFill>
              <a:latin typeface="Calibri"/>
              <a:ea typeface="Calibri"/>
              <a:cs typeface="Calibri"/>
              <a:sym typeface="Calibri"/>
            </a:endParaRPr>
          </a:p>
        </p:txBody>
      </p:sp>
      <p:sp>
        <p:nvSpPr>
          <p:cNvPr id="488" name="Google Shape;488;p7"/>
          <p:cNvSpPr/>
          <p:nvPr/>
        </p:nvSpPr>
        <p:spPr>
          <a:xfrm>
            <a:off x="3922776" y="4574044"/>
            <a:ext cx="1700784" cy="151037"/>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C62828"/>
              </a:buClr>
              <a:buSzPts val="900"/>
              <a:buFont typeface="Calibri"/>
              <a:buNone/>
            </a:pPr>
            <a:r>
              <a:rPr lang="en-US" sz="900" b="1" i="0" u="none" strike="noStrike" cap="none">
                <a:solidFill>
                  <a:srgbClr val="C62828"/>
                </a:solidFill>
                <a:latin typeface="Calibri"/>
                <a:ea typeface="Calibri"/>
                <a:cs typeface="Calibri"/>
                <a:sym typeface="Calibri"/>
              </a:rPr>
              <a:t>▼ -x pp MoM</a:t>
            </a:r>
            <a:endParaRPr sz="900" b="0" i="0" u="none" strike="noStrike" cap="none">
              <a:solidFill>
                <a:schemeClr val="dk1"/>
              </a:solidFill>
              <a:latin typeface="Calibri"/>
              <a:ea typeface="Calibri"/>
              <a:cs typeface="Calibri"/>
              <a:sym typeface="Calibri"/>
            </a:endParaRPr>
          </a:p>
        </p:txBody>
      </p:sp>
      <p:sp>
        <p:nvSpPr>
          <p:cNvPr id="489" name="Google Shape;489;p7"/>
          <p:cNvSpPr/>
          <p:nvPr/>
        </p:nvSpPr>
        <p:spPr>
          <a:xfrm>
            <a:off x="5715000" y="1591056"/>
            <a:ext cx="3108960" cy="3171785"/>
          </a:xfrm>
          <a:prstGeom prst="rect">
            <a:avLst/>
          </a:prstGeom>
          <a:solidFill>
            <a:srgbClr val="FFFFFF"/>
          </a:solidFill>
          <a:ln w="12700" cap="flat" cmpd="sng">
            <a:solidFill>
              <a:srgbClr val="E0E0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 name="Google Shape;490;p7"/>
          <p:cNvSpPr/>
          <p:nvPr/>
        </p:nvSpPr>
        <p:spPr>
          <a:xfrm>
            <a:off x="5852160" y="1651471"/>
            <a:ext cx="2834640" cy="2265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50064"/>
              </a:buClr>
              <a:buSzPts val="1200"/>
              <a:buFont typeface="Calibri"/>
              <a:buNone/>
            </a:pPr>
            <a:r>
              <a:rPr lang="en-US" sz="1200" b="1" i="0" u="none" strike="noStrike" cap="none">
                <a:solidFill>
                  <a:srgbClr val="A50064"/>
                </a:solidFill>
                <a:latin typeface="Calibri"/>
                <a:ea typeface="Calibri"/>
                <a:cs typeface="Calibri"/>
                <a:sym typeface="Calibri"/>
              </a:rPr>
              <a:t>Key Highlights &amp; Commentary</a:t>
            </a:r>
            <a:endParaRPr sz="1200" b="0" i="0" u="none" strike="noStrike" cap="none">
              <a:solidFill>
                <a:schemeClr val="dk1"/>
              </a:solidFill>
              <a:latin typeface="Calibri"/>
              <a:ea typeface="Calibri"/>
              <a:cs typeface="Calibri"/>
              <a:sym typeface="Calibri"/>
            </a:endParaRPr>
          </a:p>
        </p:txBody>
      </p:sp>
      <p:sp>
        <p:nvSpPr>
          <p:cNvPr id="491" name="Google Shape;491;p7"/>
          <p:cNvSpPr/>
          <p:nvPr/>
        </p:nvSpPr>
        <p:spPr>
          <a:xfrm>
            <a:off x="5852160" y="1968649"/>
            <a:ext cx="1028700" cy="181245"/>
          </a:xfrm>
          <a:prstGeom prst="roundRect">
            <a:avLst>
              <a:gd name="adj" fmla="val 30271"/>
            </a:avLst>
          </a:prstGeom>
          <a:solidFill>
            <a:srgbClr val="FFE3ED"/>
          </a:solidFill>
          <a:ln w="12700" cap="flat" cmpd="sng">
            <a:solidFill>
              <a:srgbClr val="FFE3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 name="Google Shape;492;p7"/>
          <p:cNvSpPr/>
          <p:nvPr/>
        </p:nvSpPr>
        <p:spPr>
          <a:xfrm>
            <a:off x="5852160" y="1968649"/>
            <a:ext cx="1028700" cy="181245"/>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A50064"/>
              </a:buClr>
              <a:buSzPts val="900"/>
              <a:buFont typeface="Calibri"/>
              <a:buNone/>
            </a:pPr>
            <a:r>
              <a:rPr lang="en-US" sz="900" b="1" i="0" u="none" strike="noStrike" cap="none">
                <a:solidFill>
                  <a:srgbClr val="A50064"/>
                </a:solidFill>
                <a:latin typeface="Calibri"/>
                <a:ea typeface="Calibri"/>
                <a:cs typeface="Calibri"/>
                <a:sym typeface="Calibri"/>
              </a:rPr>
              <a:t>Performance</a:t>
            </a:r>
            <a:endParaRPr sz="900" b="0" i="0" u="none" strike="noStrike" cap="none">
              <a:solidFill>
                <a:schemeClr val="dk1"/>
              </a:solidFill>
              <a:latin typeface="Calibri"/>
              <a:ea typeface="Calibri"/>
              <a:cs typeface="Calibri"/>
              <a:sym typeface="Calibri"/>
            </a:endParaRPr>
          </a:p>
        </p:txBody>
      </p:sp>
      <p:sp>
        <p:nvSpPr>
          <p:cNvPr id="493" name="Google Shape;493;p7"/>
          <p:cNvSpPr/>
          <p:nvPr/>
        </p:nvSpPr>
        <p:spPr>
          <a:xfrm>
            <a:off x="5852160" y="2195205"/>
            <a:ext cx="2834640" cy="1510374"/>
          </a:xfrm>
          <a:prstGeom prst="rect">
            <a:avLst/>
          </a:prstGeom>
          <a:noFill/>
          <a:ln>
            <a:noFill/>
          </a:ln>
        </p:spPr>
        <p:txBody>
          <a:bodyPr spcFirstLastPara="1" wrap="square" lIns="0" tIns="0" rIns="0" bIns="0" anchor="t" anchorCtr="0">
            <a:noAutofit/>
          </a:bodyPr>
          <a:lstStyle/>
          <a:p>
            <a:pPr marL="152400" marR="0" lvl="0" indent="-152400" algn="l" rtl="0">
              <a:spcBef>
                <a:spcPts val="0"/>
              </a:spcBef>
              <a:spcAft>
                <a:spcPts val="0"/>
              </a:spcAft>
              <a:buClr>
                <a:srgbClr val="F95396"/>
              </a:buClr>
              <a:buSzPts val="1000"/>
              <a:buFont typeface="Calibri"/>
              <a:buChar char="•"/>
            </a:pPr>
            <a:r>
              <a:rPr lang="en-US" sz="1000" b="1" i="0" u="none" strike="noStrike" cap="none">
                <a:solidFill>
                  <a:srgbClr val="F95396"/>
                </a:solidFill>
                <a:latin typeface="Calibri"/>
                <a:ea typeface="Calibri"/>
                <a:cs typeface="Calibri"/>
                <a:sym typeface="Calibri"/>
              </a:rPr>
              <a:t>MAU</a:t>
            </a:r>
            <a:r>
              <a:rPr lang="en-US" sz="1000" b="0" i="0" u="none" strike="noStrike" cap="none">
                <a:solidFill>
                  <a:srgbClr val="000000"/>
                </a:solidFill>
                <a:latin typeface="Calibri"/>
                <a:ea typeface="Calibri"/>
                <a:cs typeface="Calibri"/>
                <a:sym typeface="Calibri"/>
              </a:rPr>
              <a:t> đạt [x]M, [x]% Target — [lý do chính]</a:t>
            </a:r>
            <a:endParaRPr sz="1000" b="0" i="0" u="none" strike="noStrike" cap="none">
              <a:solidFill>
                <a:schemeClr val="dk1"/>
              </a:solidFill>
              <a:latin typeface="Calibri"/>
              <a:ea typeface="Calibri"/>
              <a:cs typeface="Calibri"/>
              <a:sym typeface="Calibri"/>
            </a:endParaRPr>
          </a:p>
          <a:p>
            <a:pPr marL="152400" marR="0" lvl="0" indent="-152400" algn="l" rtl="0">
              <a:spcBef>
                <a:spcPts val="500"/>
              </a:spcBef>
              <a:spcAft>
                <a:spcPts val="0"/>
              </a:spcAft>
              <a:buClr>
                <a:srgbClr val="F95396"/>
              </a:buClr>
              <a:buSzPts val="1000"/>
              <a:buFont typeface="Calibri"/>
              <a:buChar char="•"/>
            </a:pPr>
            <a:r>
              <a:rPr lang="en-US" sz="1000" b="1" i="0" u="none" strike="noStrike" cap="none">
                <a:solidFill>
                  <a:srgbClr val="F95396"/>
                </a:solidFill>
                <a:latin typeface="Calibri"/>
                <a:ea typeface="Calibri"/>
                <a:cs typeface="Calibri"/>
                <a:sym typeface="Calibri"/>
              </a:rPr>
              <a:t>Revenue</a:t>
            </a:r>
            <a:r>
              <a:rPr lang="en-US" sz="1000" b="0" i="0" u="none" strike="noStrike" cap="none">
                <a:solidFill>
                  <a:srgbClr val="000000"/>
                </a:solidFill>
                <a:latin typeface="Calibri"/>
                <a:ea typeface="Calibri"/>
                <a:cs typeface="Calibri"/>
                <a:sym typeface="Calibri"/>
              </a:rPr>
              <a:t> [x]% MoM, YTD [x]% Target</a:t>
            </a:r>
            <a:endParaRPr sz="1000" b="0" i="0" u="none" strike="noStrike" cap="none">
              <a:solidFill>
                <a:schemeClr val="dk1"/>
              </a:solidFill>
              <a:latin typeface="Calibri"/>
              <a:ea typeface="Calibri"/>
              <a:cs typeface="Calibri"/>
              <a:sym typeface="Calibri"/>
            </a:endParaRPr>
          </a:p>
          <a:p>
            <a:pPr marL="152400" marR="0" lvl="0" indent="-152400" algn="l" rtl="0">
              <a:spcBef>
                <a:spcPts val="500"/>
              </a:spcBef>
              <a:spcAft>
                <a:spcPts val="0"/>
              </a:spcAft>
              <a:buClr>
                <a:srgbClr val="F95396"/>
              </a:buClr>
              <a:buSzPts val="1000"/>
              <a:buFont typeface="Calibri"/>
              <a:buChar char="•"/>
            </a:pPr>
            <a:r>
              <a:rPr lang="en-US" sz="1000" b="1" i="0" u="none" strike="noStrike" cap="none">
                <a:solidFill>
                  <a:srgbClr val="F95396"/>
                </a:solidFill>
                <a:latin typeface="Calibri"/>
                <a:ea typeface="Calibri"/>
                <a:cs typeface="Calibri"/>
                <a:sym typeface="Calibri"/>
              </a:rPr>
              <a:t>SnM</a:t>
            </a:r>
            <a:r>
              <a:rPr lang="en-US" sz="1000" b="0" i="0" u="none" strike="noStrike" cap="none">
                <a:solidFill>
                  <a:srgbClr val="000000"/>
                </a:solidFill>
                <a:latin typeface="Calibri"/>
                <a:ea typeface="Calibri"/>
                <a:cs typeface="Calibri"/>
                <a:sym typeface="Calibri"/>
              </a:rPr>
              <a:t> [x]% MoM; EBITDA [x]B, [x]% Budget</a:t>
            </a:r>
            <a:endParaRPr sz="1000" b="0" i="0" u="none" strike="noStrike" cap="none">
              <a:solidFill>
                <a:schemeClr val="dk1"/>
              </a:solidFill>
              <a:latin typeface="Calibri"/>
              <a:ea typeface="Calibri"/>
              <a:cs typeface="Calibri"/>
              <a:sym typeface="Calibri"/>
            </a:endParaRPr>
          </a:p>
        </p:txBody>
      </p:sp>
      <p:sp>
        <p:nvSpPr>
          <p:cNvPr id="494" name="Google Shape;494;p7"/>
          <p:cNvSpPr/>
          <p:nvPr/>
        </p:nvSpPr>
        <p:spPr>
          <a:xfrm>
            <a:off x="5852160" y="3781098"/>
            <a:ext cx="1165860" cy="181245"/>
          </a:xfrm>
          <a:prstGeom prst="roundRect">
            <a:avLst>
              <a:gd name="adj" fmla="val 30271"/>
            </a:avLst>
          </a:prstGeom>
          <a:solidFill>
            <a:srgbClr val="FFE3ED"/>
          </a:solidFill>
          <a:ln w="12700" cap="flat" cmpd="sng">
            <a:solidFill>
              <a:srgbClr val="FFE3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 name="Google Shape;495;p7"/>
          <p:cNvSpPr/>
          <p:nvPr/>
        </p:nvSpPr>
        <p:spPr>
          <a:xfrm>
            <a:off x="5852160" y="3781098"/>
            <a:ext cx="1165860" cy="181245"/>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A50064"/>
              </a:buClr>
              <a:buSzPts val="900"/>
              <a:buFont typeface="Calibri"/>
              <a:buNone/>
            </a:pPr>
            <a:r>
              <a:rPr lang="en-US" sz="900" b="1" i="0" u="none" strike="noStrike" cap="none">
                <a:solidFill>
                  <a:srgbClr val="A50064"/>
                </a:solidFill>
                <a:latin typeface="Calibri"/>
                <a:ea typeface="Calibri"/>
                <a:cs typeface="Calibri"/>
                <a:sym typeface="Calibri"/>
              </a:rPr>
              <a:t>Other Metrics</a:t>
            </a:r>
            <a:endParaRPr sz="900" b="0" i="0" u="none" strike="noStrike" cap="none">
              <a:solidFill>
                <a:schemeClr val="dk1"/>
              </a:solidFill>
              <a:latin typeface="Calibri"/>
              <a:ea typeface="Calibri"/>
              <a:cs typeface="Calibri"/>
              <a:sym typeface="Calibri"/>
            </a:endParaRPr>
          </a:p>
        </p:txBody>
      </p:sp>
      <p:sp>
        <p:nvSpPr>
          <p:cNvPr id="496" name="Google Shape;496;p7"/>
          <p:cNvSpPr/>
          <p:nvPr/>
        </p:nvSpPr>
        <p:spPr>
          <a:xfrm>
            <a:off x="5852160" y="4007654"/>
            <a:ext cx="2834640" cy="755187"/>
          </a:xfrm>
          <a:prstGeom prst="rect">
            <a:avLst/>
          </a:prstGeom>
          <a:noFill/>
          <a:ln>
            <a:noFill/>
          </a:ln>
        </p:spPr>
        <p:txBody>
          <a:bodyPr spcFirstLastPara="1" wrap="square" lIns="0" tIns="0" rIns="0" bIns="0" anchor="t" anchorCtr="0">
            <a:noAutofit/>
          </a:bodyPr>
          <a:lstStyle/>
          <a:p>
            <a:pPr>
              <a:defRPr sz="950">
                <a:solidFill>
                  <a:srgbClr val="1C171A"/>
                </a:solidFill>
              </a:defRPr>
            </a:pPr>
            <a:r>
              <a:t>• Vay Nhanh giảm -31.2K views do cắt Paid Ads -&gt; Cần đẩy mạnh SEO On-Page và liên kết nội bộ từ các tiện ích tài chính.</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77"/>
        <p:cNvGrpSpPr/>
        <p:nvPr/>
      </p:nvGrpSpPr>
      <p:grpSpPr>
        <a:xfrm>
          <a:off x="0" y="0"/>
          <a:ext cx="0" cy="0"/>
          <a:chOff x="0" y="0"/>
          <a:chExt cx="0" cy="0"/>
        </a:xfrm>
      </p:grpSpPr>
      <p:sp>
        <p:nvSpPr>
          <p:cNvPr id="579" name="Google Shape;579;p9"/>
          <p:cNvSpPr/>
          <p:nvPr/>
        </p:nvSpPr>
        <p:spPr>
          <a:xfrm>
            <a:off x="320040" y="347472"/>
            <a:ext cx="7680960" cy="530352"/>
          </a:xfrm>
          <a:prstGeom prst="rect">
            <a:avLst/>
          </a:prstGeom>
          <a:noFill/>
          <a:ln>
            <a:noFill/>
          </a:ln>
        </p:spPr>
        <p:txBody>
          <a:bodyPr spcFirstLastPara="1" wrap="square" lIns="0" tIns="0" rIns="0" bIns="0" anchor="ctr" anchorCtr="0">
            <a:noAutofit/>
          </a:bodyPr>
          <a:lstStyle/>
          <a:p>
            <a:pPr>
              <a:defRPr sz="1700" b="1">
                <a:solidFill>
                  <a:srgbClr val="1C171A"/>
                </a:solidFill>
              </a:defRPr>
            </a:pPr>
            <a:r>
              <a:t>Phễu AppsFlyer Đạt 9.8K Installs, CVR End-to-End Đạt 21.1% Với 2.072 Tài Khoản Liên Kết Ngân Hàng</a:t>
            </a:r>
          </a:p>
        </p:txBody>
      </p:sp>
      <p:sp>
        <p:nvSpPr>
          <p:cNvPr id="580" name="Google Shape;580;p9"/>
          <p:cNvSpPr/>
          <p:nvPr/>
        </p:nvSpPr>
        <p:spPr>
          <a:xfrm>
            <a:off x="8394192" y="146304"/>
            <a:ext cx="384048" cy="384048"/>
          </a:xfrm>
          <a:prstGeom prst="ellipse">
            <a:avLst/>
          </a:prstGeom>
          <a:solidFill>
            <a:srgbClr val="A50064"/>
          </a:solidFill>
          <a:ln w="12700" cap="flat" cmpd="sng">
            <a:solidFill>
              <a:srgbClr val="A5006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 name="Google Shape;581;p9"/>
          <p:cNvSpPr/>
          <p:nvPr/>
        </p:nvSpPr>
        <p:spPr>
          <a:xfrm>
            <a:off x="8394192" y="146304"/>
            <a:ext cx="384048" cy="38404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400"/>
              <a:buFont typeface="Calibri"/>
              <a:buNone/>
            </a:pPr>
            <a:r>
              <a:rPr lang="en-US" sz="1400" b="1" i="0" u="none" strike="noStrike" cap="none">
                <a:solidFill>
                  <a:srgbClr val="FFFFFF"/>
                </a:solidFill>
                <a:latin typeface="Calibri"/>
                <a:ea typeface="Calibri"/>
                <a:cs typeface="Calibri"/>
                <a:sym typeface="Calibri"/>
              </a:rPr>
              <a:t>R</a:t>
            </a:r>
            <a:endParaRPr sz="1400" b="0" i="0" u="none" strike="noStrike" cap="none">
              <a:solidFill>
                <a:schemeClr val="dk1"/>
              </a:solidFill>
              <a:latin typeface="Calibri"/>
              <a:ea typeface="Calibri"/>
              <a:cs typeface="Calibri"/>
              <a:sym typeface="Calibri"/>
            </a:endParaRPr>
          </a:p>
        </p:txBody>
      </p:sp>
      <p:sp>
        <p:nvSpPr>
          <p:cNvPr id="582" name="Google Shape;582;p9"/>
          <p:cNvSpPr/>
          <p:nvPr/>
        </p:nvSpPr>
        <p:spPr>
          <a:xfrm>
            <a:off x="8119872" y="548640"/>
            <a:ext cx="932688" cy="164592"/>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A50064"/>
              </a:buClr>
              <a:buSzPts val="750"/>
              <a:buFont typeface="Calibri"/>
              <a:buNone/>
            </a:pPr>
            <a:r>
              <a:rPr lang="en-US" sz="750" b="0" i="0" u="none" strike="noStrike" cap="none">
                <a:solidFill>
                  <a:srgbClr val="A50064"/>
                </a:solidFill>
                <a:latin typeface="Calibri"/>
                <a:ea typeface="Calibri"/>
                <a:cs typeface="Calibri"/>
                <a:sym typeface="Calibri"/>
              </a:rPr>
              <a:t>Reporting</a:t>
            </a:r>
            <a:endParaRPr sz="750" b="0" i="0" u="none" strike="noStrike" cap="none">
              <a:solidFill>
                <a:schemeClr val="dk1"/>
              </a:solidFill>
              <a:latin typeface="Calibri"/>
              <a:ea typeface="Calibri"/>
              <a:cs typeface="Calibri"/>
              <a:sym typeface="Calibri"/>
            </a:endParaRPr>
          </a:p>
        </p:txBody>
      </p:sp>
      <p:sp>
        <p:nvSpPr>
          <p:cNvPr id="583" name="Google Shape;583;p9"/>
          <p:cNvSpPr/>
          <p:nvPr/>
        </p:nvSpPr>
        <p:spPr>
          <a:xfrm>
            <a:off x="320040" y="4873752"/>
            <a:ext cx="7315200" cy="182880"/>
          </a:xfrm>
          <a:prstGeom prst="rect">
            <a:avLst/>
          </a:prstGeom>
          <a:noFill/>
          <a:ln>
            <a:noFill/>
          </a:ln>
        </p:spPr>
        <p:txBody>
          <a:bodyPr spcFirstLastPara="1" wrap="square" lIns="0" tIns="0" rIns="0" bIns="0" anchor="ctr" anchorCtr="0">
            <a:noAutofit/>
          </a:bodyPr>
          <a:lstStyle/>
          <a:p>
            <a:pPr>
              <a:defRPr sz="900">
                <a:solidFill>
                  <a:srgbClr val="5C5060"/>
                </a:solidFill>
              </a:defRPr>
            </a:pPr>
            <a:r>
              <a:t>Nguồn: AppsFlyer GPD Attribution   |   Owner: Web Platform   |   Chốt số liệu: 28/10/2026</a:t>
            </a:r>
          </a:p>
        </p:txBody>
      </p:sp>
      <p:sp>
        <p:nvSpPr>
          <p:cNvPr id="584" name="Google Shape;584;p9"/>
          <p:cNvSpPr/>
          <p:nvPr/>
        </p:nvSpPr>
        <p:spPr>
          <a:xfrm>
            <a:off x="8321040" y="4873752"/>
            <a:ext cx="502920" cy="182880"/>
          </a:xfrm>
          <a:prstGeom prst="rect">
            <a:avLst/>
          </a:prstGeom>
          <a:noFill/>
          <a:ln>
            <a:noFill/>
          </a:ln>
        </p:spPr>
        <p:txBody>
          <a:bodyPr spcFirstLastPara="1" wrap="square" lIns="0" tIns="0" rIns="0" bIns="0" anchor="ctr" anchorCtr="0">
            <a:noAutofit/>
          </a:bodyPr>
          <a:lstStyle/>
          <a:p>
            <a:pPr>
              <a:defRPr sz="900">
                <a:solidFill>
                  <a:srgbClr val="5C5060"/>
                </a:solidFill>
              </a:defRPr>
            </a:pPr>
            <a:r>
              <a:t>7 / 8</a:t>
            </a:r>
          </a:p>
        </p:txBody>
      </p:sp>
      <p:sp>
        <p:nvSpPr>
          <p:cNvPr id="585" name="Google Shape;585;p9"/>
          <p:cNvSpPr/>
          <p:nvPr/>
        </p:nvSpPr>
        <p:spPr>
          <a:xfrm>
            <a:off x="320040" y="896112"/>
            <a:ext cx="8503920" cy="621792"/>
          </a:xfrm>
          <a:prstGeom prst="rect">
            <a:avLst/>
          </a:prstGeom>
          <a:solidFill>
            <a:srgbClr val="FFEFF4"/>
          </a:solidFill>
          <a:ln w="12700" cap="flat" cmpd="sng">
            <a:solidFill>
              <a:srgbClr val="FFEFF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 name="Google Shape;586;p9"/>
          <p:cNvSpPr/>
          <p:nvPr/>
        </p:nvSpPr>
        <p:spPr>
          <a:xfrm>
            <a:off x="457200" y="896112"/>
            <a:ext cx="8229600" cy="621792"/>
          </a:xfrm>
          <a:prstGeom prst="rect">
            <a:avLst/>
          </a:prstGeom>
          <a:noFill/>
          <a:ln>
            <a:noFill/>
          </a:ln>
        </p:spPr>
        <p:txBody>
          <a:bodyPr spcFirstLastPara="1" wrap="square" lIns="0" tIns="0" rIns="0" bIns="0" anchor="ctr" anchorCtr="0">
            <a:noAutofit/>
          </a:bodyPr>
          <a:lstStyle/>
          <a:p>
            <a:pPr>
              <a:defRPr sz="950">
                <a:solidFill>
                  <a:srgbClr val="1C171A"/>
                </a:solidFill>
              </a:defRPr>
            </a:pPr>
            <a:r>
              <a:t>• Ý chính 1: Tổng lượt click nút OneLink đạt 46.5K, chuyển đổi thành 9.824 lượt cài app (CVR Click-to-Install đạt 21.1%).</a:t>
            </a:r>
          </a:p>
          <a:p>
            <a:pPr>
              <a:defRPr sz="950">
                <a:solidFill>
                  <a:srgbClr val="1C171A"/>
                </a:solidFill>
              </a:defRPr>
            </a:pPr>
            <a:r>
              <a:t>• Ý chính 2: 2.072 người dùng mới hoàn tất liên kết ngân hàng (Map Bank) trong 24h đầu; chi phí bình quân giảm 34% so với tháng 9.</a:t>
            </a:r>
          </a:p>
        </p:txBody>
      </p:sp>
      <p:graphicFrame>
        <p:nvGraphicFramePr>
          <p:cNvPr id="587" name="Google Shape;587;p9"/>
          <p:cNvGraphicFramePr/>
          <p:nvPr/>
        </p:nvGraphicFramePr>
        <p:xfrm>
          <a:off x="320040" y="1591056"/>
          <a:ext cx="5303500" cy="2614555"/>
        </p:xfrm>
        <a:graphic>
          <a:graphicData uri="http://schemas.openxmlformats.org/drawingml/2006/table">
            <a:tbl>
              <a:tblPr>
                <a:noFill/>
                <a:tableStyleId>{E4150D1B-22CA-4B41-9D43-DA15F05A9917}</a:tableStyleId>
              </a:tblPr>
              <a:tblGrid>
                <a:gridCol w="1371600">
                  <a:extLst>
                    <a:ext uri="{9D8B030D-6E8A-4147-A177-3AD203B41FA5}">
                      <a16:colId xmlns:a16="http://schemas.microsoft.com/office/drawing/2014/main" val="20000"/>
                    </a:ext>
                  </a:extLst>
                </a:gridCol>
                <a:gridCol w="868675">
                  <a:extLst>
                    <a:ext uri="{9D8B030D-6E8A-4147-A177-3AD203B41FA5}">
                      <a16:colId xmlns:a16="http://schemas.microsoft.com/office/drawing/2014/main" val="20001"/>
                    </a:ext>
                  </a:extLst>
                </a:gridCol>
                <a:gridCol w="868675">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822950">
                  <a:extLst>
                    <a:ext uri="{9D8B030D-6E8A-4147-A177-3AD203B41FA5}">
                      <a16:colId xmlns:a16="http://schemas.microsoft.com/office/drawing/2014/main" val="20004"/>
                    </a:ext>
                  </a:extLst>
                </a:gridCol>
              </a:tblGrid>
              <a:tr h="226550">
                <a:tc>
                  <a:txBody>
                    <a:bodyPr/>
                    <a:lstStyle/>
                    <a:p>
                      <a:pPr algn="l">
                        <a:defRPr sz="900" b="1">
                          <a:solidFill>
                            <a:srgbClr val="FFFFFF"/>
                          </a:solidFill>
                        </a:defRPr>
                      </a:pPr>
                      <a:r>
                        <a:t>Bước phễu OneLink</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solidFill>
                      <a:srgbClr val="A50064"/>
                    </a:solidFill>
                  </a:tcPr>
                </a:tc>
                <a:tc>
                  <a:txBody>
                    <a:bodyPr/>
                    <a:lstStyle/>
                    <a:p>
                      <a:pPr algn="ctr">
                        <a:defRPr sz="900" b="1">
                          <a:solidFill>
                            <a:srgbClr val="FFFFFF"/>
                          </a:solidFill>
                        </a:defRPr>
                      </a:pPr>
                      <a:r>
                        <a:t>Tháng 9 (MTD)</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solidFill>
                      <a:srgbClr val="A50064"/>
                    </a:solidFill>
                  </a:tcPr>
                </a:tc>
                <a:tc>
                  <a:txBody>
                    <a:bodyPr/>
                    <a:lstStyle/>
                    <a:p>
                      <a:pPr algn="ctr">
                        <a:defRPr sz="900" b="1">
                          <a:solidFill>
                            <a:srgbClr val="FFFFFF"/>
                          </a:solidFill>
                        </a:defRPr>
                      </a:pPr>
                      <a:r>
                        <a:t>Tháng 10 (MTD)</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solidFill>
                      <a:srgbClr val="A50064"/>
                    </a:solidFill>
                  </a:tcPr>
                </a:tc>
                <a:tc>
                  <a:txBody>
                    <a:bodyPr/>
                    <a:lstStyle/>
                    <a:p>
                      <a:pPr algn="ctr">
                        <a:defRPr sz="900" b="1">
                          <a:solidFill>
                            <a:srgbClr val="FFFFFF"/>
                          </a:solidFill>
                        </a:defRPr>
                      </a:pPr>
                      <a:r>
                        <a:t>CVR Chuyển đổi</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solidFill>
                      <a:srgbClr val="A50064"/>
                    </a:solidFill>
                  </a:tcPr>
                </a:tc>
                <a:tc>
                  <a:txBody>
                    <a:bodyPr/>
                    <a:lstStyle/>
                    <a:p>
                      <a:pPr algn="l">
                        <a:defRPr sz="900" b="1">
                          <a:solidFill>
                            <a:srgbClr val="FFFFFF"/>
                          </a:solidFill>
                        </a:defRPr>
                      </a:pPr>
                      <a:r>
                        <a:t>Đánh giá chất lượng</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solidFill>
                      <a:srgbClr val="A50064"/>
                    </a:solidFill>
                  </a:tcPr>
                </a:tc>
                <a:extLst>
                  <a:ext uri="{0D108BD9-81ED-4DB2-BD59-A6C34878D82A}">
                    <a16:rowId xmlns:a16="http://schemas.microsoft.com/office/drawing/2014/main" val="10000"/>
                  </a:ext>
                </a:extLst>
              </a:tr>
              <a:tr h="717425">
                <a:tc>
                  <a:txBody>
                    <a:bodyPr/>
                    <a:lstStyle/>
                    <a:p>
                      <a:pPr algn="l">
                        <a:defRPr sz="850" b="1"/>
                      </a:pPr>
                      <a:r>
                        <a:t>1. OneLink Clicks</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tcPr>
                </a:tc>
                <a:tc>
                  <a:txBody>
                    <a:bodyPr/>
                    <a:lstStyle/>
                    <a:p>
                      <a:pPr algn="ctr">
                        <a:defRPr sz="850" b="0"/>
                      </a:pPr>
                      <a:r>
                        <a:t>43.200</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tcPr>
                </a:tc>
                <a:tc>
                  <a:txBody>
                    <a:bodyPr/>
                    <a:lstStyle/>
                    <a:p>
                      <a:pPr algn="ctr">
                        <a:defRPr sz="850" b="0"/>
                      </a:pPr>
                      <a:r>
                        <a:t>46.550</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tcPr>
                </a:tc>
                <a:tc>
                  <a:txBody>
                    <a:bodyPr/>
                    <a:lstStyle/>
                    <a:p>
                      <a:pPr algn="ctr">
                        <a:defRPr sz="850" b="0"/>
                      </a:pPr>
                      <a:r>
                        <a:t>1.42% (trên PVs)</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tcPr>
                </a:tc>
                <a:tc>
                  <a:txBody>
                    <a:bodyPr/>
                    <a:lstStyle/>
                    <a:p>
                      <a:pPr algn="l">
                        <a:defRPr sz="850" b="0"/>
                      </a:pPr>
                      <a:r>
                        <a:t>Tăng trưởng tự nhiên</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tcPr>
                </a:tc>
                <a:extLst>
                  <a:ext uri="{0D108BD9-81ED-4DB2-BD59-A6C34878D82A}">
                    <a16:rowId xmlns:a16="http://schemas.microsoft.com/office/drawing/2014/main" val="10001"/>
                  </a:ext>
                </a:extLst>
              </a:tr>
              <a:tr h="717425">
                <a:tc>
                  <a:txBody>
                    <a:bodyPr/>
                    <a:lstStyle/>
                    <a:p>
                      <a:pPr algn="l">
                        <a:defRPr sz="850" b="1"/>
                      </a:pPr>
                      <a:r>
                        <a:t>2. App Installs</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tcPr>
                </a:tc>
                <a:tc>
                  <a:txBody>
                    <a:bodyPr/>
                    <a:lstStyle/>
                    <a:p>
                      <a:pPr algn="ctr">
                        <a:defRPr sz="850" b="0"/>
                      </a:pPr>
                      <a:r>
                        <a:t>9.480</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tcPr>
                </a:tc>
                <a:tc>
                  <a:txBody>
                    <a:bodyPr/>
                    <a:lstStyle/>
                    <a:p>
                      <a:pPr algn="ctr">
                        <a:defRPr sz="850" b="0"/>
                      </a:pPr>
                      <a:r>
                        <a:t>9.824</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tcPr>
                </a:tc>
                <a:tc>
                  <a:txBody>
                    <a:bodyPr/>
                    <a:lstStyle/>
                    <a:p>
                      <a:pPr algn="ctr">
                        <a:defRPr sz="850" b="0"/>
                      </a:pPr>
                      <a:r>
                        <a:t>21.10% (trên Clicks)</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tcPr>
                </a:tc>
                <a:tc>
                  <a:txBody>
                    <a:bodyPr/>
                    <a:lstStyle/>
                    <a:p>
                      <a:pPr algn="l">
                        <a:defRPr sz="850" b="0"/>
                      </a:pPr>
                      <a:r>
                        <a:t>Chất lượng ổn định</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tcPr>
                </a:tc>
                <a:extLst>
                  <a:ext uri="{0D108BD9-81ED-4DB2-BD59-A6C34878D82A}">
                    <a16:rowId xmlns:a16="http://schemas.microsoft.com/office/drawing/2014/main" val="10002"/>
                  </a:ext>
                </a:extLst>
              </a:tr>
              <a:tr h="717425">
                <a:tc>
                  <a:txBody>
                    <a:bodyPr/>
                    <a:lstStyle/>
                    <a:p>
                      <a:pPr algn="l">
                        <a:defRPr sz="850" b="1"/>
                      </a:pPr>
                      <a:r>
                        <a:t>3. Map Bank Accounts</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tcPr>
                </a:tc>
                <a:tc>
                  <a:txBody>
                    <a:bodyPr/>
                    <a:lstStyle/>
                    <a:p>
                      <a:pPr algn="ctr">
                        <a:defRPr sz="850" b="0"/>
                      </a:pPr>
                      <a:r>
                        <a:t>1.810</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tcPr>
                </a:tc>
                <a:tc>
                  <a:txBody>
                    <a:bodyPr/>
                    <a:lstStyle/>
                    <a:p>
                      <a:pPr algn="ctr">
                        <a:defRPr sz="850" b="0"/>
                      </a:pPr>
                      <a:r>
                        <a:t>2.072</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tcPr>
                </a:tc>
                <a:tc>
                  <a:txBody>
                    <a:bodyPr/>
                    <a:lstStyle/>
                    <a:p>
                      <a:pPr algn="ctr">
                        <a:defRPr sz="850" b="0"/>
                      </a:pPr>
                      <a:r>
                        <a:t>21.09% (trên Installs)</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tcPr>
                </a:tc>
                <a:tc>
                  <a:txBody>
                    <a:bodyPr/>
                    <a:lstStyle/>
                    <a:p>
                      <a:pPr algn="l">
                        <a:defRPr sz="850" b="0"/>
                      </a:pPr>
                      <a:r>
                        <a:t>Tăng +14.5% MoM</a:t>
                      </a:r>
                    </a:p>
                  </a:txBody>
                  <a:tcPr marL="36576" marR="36576" marT="36576" marB="36576" anchor="ctr">
                    <a:lnL w="9525" cap="flat" cmpd="sng">
                      <a:solidFill>
                        <a:srgbClr val="E0E0E0"/>
                      </a:solidFill>
                      <a:prstDash val="solid"/>
                      <a:round/>
                      <a:headEnd type="none" w="sm" len="sm"/>
                      <a:tailEnd type="none" w="sm" len="sm"/>
                    </a:lnL>
                    <a:lnR w="9525" cap="flat" cmpd="sng">
                      <a:solidFill>
                        <a:srgbClr val="E0E0E0"/>
                      </a:solidFill>
                      <a:prstDash val="solid"/>
                      <a:round/>
                      <a:headEnd type="none" w="sm" len="sm"/>
                      <a:tailEnd type="none" w="sm" len="sm"/>
                    </a:lnR>
                    <a:lnT w="9525" cap="flat" cmpd="sng">
                      <a:solidFill>
                        <a:srgbClr val="E0E0E0"/>
                      </a:solidFill>
                      <a:prstDash val="solid"/>
                      <a:round/>
                      <a:headEnd type="none" w="sm" len="sm"/>
                      <a:tailEnd type="none" w="sm" len="sm"/>
                    </a:lnT>
                    <a:lnB w="9525" cap="flat" cmpd="sng">
                      <a:solidFill>
                        <a:srgbClr val="E0E0E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588" name="Google Shape;588;p9"/>
          <p:cNvSpPr/>
          <p:nvPr/>
        </p:nvSpPr>
        <p:spPr>
          <a:xfrm>
            <a:off x="5715000" y="1591056"/>
            <a:ext cx="3108960" cy="3171785"/>
          </a:xfrm>
          <a:prstGeom prst="rect">
            <a:avLst/>
          </a:prstGeom>
          <a:solidFill>
            <a:srgbClr val="FFFFFF"/>
          </a:solidFill>
          <a:ln w="12700" cap="flat" cmpd="sng">
            <a:solidFill>
              <a:srgbClr val="E0E0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 name="Google Shape;589;p9"/>
          <p:cNvSpPr/>
          <p:nvPr/>
        </p:nvSpPr>
        <p:spPr>
          <a:xfrm>
            <a:off x="5852160" y="1651471"/>
            <a:ext cx="2834640" cy="2265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50064"/>
              </a:buClr>
              <a:buSzPts val="1200"/>
              <a:buFont typeface="Calibri"/>
              <a:buNone/>
            </a:pPr>
            <a:r>
              <a:rPr lang="en-US" sz="1200" b="1" i="0" u="none" strike="noStrike" cap="none">
                <a:solidFill>
                  <a:srgbClr val="A50064"/>
                </a:solidFill>
                <a:latin typeface="Calibri"/>
                <a:ea typeface="Calibri"/>
                <a:cs typeface="Calibri"/>
                <a:sym typeface="Calibri"/>
              </a:rPr>
              <a:t>Key Highlights &amp; Commentary</a:t>
            </a:r>
            <a:endParaRPr sz="1200" b="0" i="0" u="none" strike="noStrike" cap="none">
              <a:solidFill>
                <a:schemeClr val="dk1"/>
              </a:solidFill>
              <a:latin typeface="Calibri"/>
              <a:ea typeface="Calibri"/>
              <a:cs typeface="Calibri"/>
              <a:sym typeface="Calibri"/>
            </a:endParaRPr>
          </a:p>
        </p:txBody>
      </p:sp>
      <p:sp>
        <p:nvSpPr>
          <p:cNvPr id="590" name="Google Shape;590;p9"/>
          <p:cNvSpPr/>
          <p:nvPr/>
        </p:nvSpPr>
        <p:spPr>
          <a:xfrm>
            <a:off x="5852160" y="1968649"/>
            <a:ext cx="1028700" cy="181245"/>
          </a:xfrm>
          <a:prstGeom prst="roundRect">
            <a:avLst>
              <a:gd name="adj" fmla="val 30271"/>
            </a:avLst>
          </a:prstGeom>
          <a:solidFill>
            <a:srgbClr val="FFE3ED"/>
          </a:solidFill>
          <a:ln w="12700" cap="flat" cmpd="sng">
            <a:solidFill>
              <a:srgbClr val="FFE3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 name="Google Shape;591;p9"/>
          <p:cNvSpPr/>
          <p:nvPr/>
        </p:nvSpPr>
        <p:spPr>
          <a:xfrm>
            <a:off x="5852160" y="1968649"/>
            <a:ext cx="1028700" cy="181245"/>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A50064"/>
              </a:buClr>
              <a:buSzPts val="900"/>
              <a:buFont typeface="Calibri"/>
              <a:buNone/>
            </a:pPr>
            <a:r>
              <a:rPr lang="en-US" sz="900" b="1" i="0" u="none" strike="noStrike" cap="none">
                <a:solidFill>
                  <a:srgbClr val="A50064"/>
                </a:solidFill>
                <a:latin typeface="Calibri"/>
                <a:ea typeface="Calibri"/>
                <a:cs typeface="Calibri"/>
                <a:sym typeface="Calibri"/>
              </a:rPr>
              <a:t>Performance</a:t>
            </a:r>
            <a:endParaRPr sz="900" b="0" i="0" u="none" strike="noStrike" cap="none">
              <a:solidFill>
                <a:schemeClr val="dk1"/>
              </a:solidFill>
              <a:latin typeface="Calibri"/>
              <a:ea typeface="Calibri"/>
              <a:cs typeface="Calibri"/>
              <a:sym typeface="Calibri"/>
            </a:endParaRPr>
          </a:p>
        </p:txBody>
      </p:sp>
      <p:sp>
        <p:nvSpPr>
          <p:cNvPr id="592" name="Google Shape;592;p9"/>
          <p:cNvSpPr/>
          <p:nvPr/>
        </p:nvSpPr>
        <p:spPr>
          <a:xfrm>
            <a:off x="5852160" y="2195205"/>
            <a:ext cx="2834640" cy="1208299"/>
          </a:xfrm>
          <a:prstGeom prst="rect">
            <a:avLst/>
          </a:prstGeom>
          <a:noFill/>
          <a:ln>
            <a:noFill/>
          </a:ln>
        </p:spPr>
        <p:txBody>
          <a:bodyPr spcFirstLastPara="1" wrap="square" lIns="0" tIns="0" rIns="0" bIns="0" anchor="t" anchorCtr="0">
            <a:noAutofit/>
          </a:bodyPr>
          <a:lstStyle/>
          <a:p>
            <a:pPr>
              <a:defRPr sz="950">
                <a:solidFill>
                  <a:srgbClr val="1C171A"/>
                </a:solidFill>
              </a:defRPr>
            </a:pPr>
            <a:r>
              <a:t>• Người dùng đến từ các tiện ích tính toán và cụm rạp có tỷ lệ liên kết ngân hàng cao nhất (25.33%).</a:t>
            </a:r>
          </a:p>
          <a:p>
            <a:pPr>
              <a:defRPr sz="950">
                <a:solidFill>
                  <a:srgbClr val="1C171A"/>
                </a:solidFill>
              </a:defRPr>
            </a:pPr>
            <a:r>
              <a:t>• Quảng cáo TikTok có tỷ lệ chuyển đổi Click-to-Install chỉ đạt 4.7%, xác nhận cần ngưng ngân sách để bảo toàn dòng tiền.</a:t>
            </a:r>
          </a:p>
        </p:txBody>
      </p:sp>
      <p:sp>
        <p:nvSpPr>
          <p:cNvPr id="593" name="Google Shape;593;p9"/>
          <p:cNvSpPr/>
          <p:nvPr/>
        </p:nvSpPr>
        <p:spPr>
          <a:xfrm>
            <a:off x="5852160" y="3479023"/>
            <a:ext cx="822960" cy="181245"/>
          </a:xfrm>
          <a:prstGeom prst="roundRect">
            <a:avLst>
              <a:gd name="adj" fmla="val 30271"/>
            </a:avLst>
          </a:prstGeom>
          <a:solidFill>
            <a:srgbClr val="FFE3ED"/>
          </a:solidFill>
          <a:ln w="12700" cap="flat" cmpd="sng">
            <a:solidFill>
              <a:srgbClr val="FFE3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 name="Google Shape;594;p9"/>
          <p:cNvSpPr/>
          <p:nvPr/>
        </p:nvSpPr>
        <p:spPr>
          <a:xfrm>
            <a:off x="5852160" y="3479023"/>
            <a:ext cx="822960" cy="181245"/>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A50064"/>
              </a:buClr>
              <a:buSzPts val="900"/>
              <a:buFont typeface="Calibri"/>
              <a:buNone/>
            </a:pPr>
            <a:r>
              <a:rPr lang="en-US" sz="900" b="1" i="0" u="none" strike="noStrike" cap="none">
                <a:solidFill>
                  <a:srgbClr val="A50064"/>
                </a:solidFill>
                <a:latin typeface="Calibri"/>
                <a:ea typeface="Calibri"/>
                <a:cs typeface="Calibri"/>
                <a:sym typeface="Calibri"/>
              </a:rPr>
              <a:t>Lưu ý</a:t>
            </a:r>
            <a:endParaRPr sz="900" b="0" i="0" u="none" strike="noStrike" cap="none">
              <a:solidFill>
                <a:schemeClr val="dk1"/>
              </a:solidFill>
              <a:latin typeface="Calibri"/>
              <a:ea typeface="Calibri"/>
              <a:cs typeface="Calibri"/>
              <a:sym typeface="Calibri"/>
            </a:endParaRPr>
          </a:p>
        </p:txBody>
      </p:sp>
      <p:sp>
        <p:nvSpPr>
          <p:cNvPr id="595" name="Google Shape;595;p9"/>
          <p:cNvSpPr/>
          <p:nvPr/>
        </p:nvSpPr>
        <p:spPr>
          <a:xfrm>
            <a:off x="5852160" y="3705579"/>
            <a:ext cx="2834640" cy="1057262"/>
          </a:xfrm>
          <a:prstGeom prst="rect">
            <a:avLst/>
          </a:prstGeom>
          <a:noFill/>
          <a:ln>
            <a:noFill/>
          </a:ln>
        </p:spPr>
        <p:txBody>
          <a:bodyPr spcFirstLastPara="1" wrap="square" lIns="0" tIns="0" rIns="0" bIns="0" anchor="t" anchorCtr="0">
            <a:noAutofit/>
          </a:bodyPr>
          <a:lstStyle/>
          <a:p>
            <a:pPr>
              <a:defRPr sz="950">
                <a:solidFill>
                  <a:srgbClr val="1C171A"/>
                </a:solidFill>
              </a:defRPr>
            </a:pPr>
            <a:r>
              <a:t>• Triển khai bộ đo lường Umami sâu cho các widget mới để tối ưu điểm rơi CTA OneLink trên từng bước thao tác người dùng.</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600"/>
        <p:cNvGrpSpPr/>
        <p:nvPr/>
      </p:nvGrpSpPr>
      <p:grpSpPr>
        <a:xfrm>
          <a:off x="0" y="0"/>
          <a:ext cx="0" cy="0"/>
          <a:chOff x="0" y="0"/>
          <a:chExt cx="0" cy="0"/>
        </a:xfrm>
      </p:grpSpPr>
      <p:sp>
        <p:nvSpPr>
          <p:cNvPr id="602" name="Google Shape;602;h19034d514f5d6f97_0_2164"/>
          <p:cNvSpPr/>
          <p:nvPr/>
        </p:nvSpPr>
        <p:spPr>
          <a:xfrm>
            <a:off x="342900" y="425196"/>
            <a:ext cx="8456100" cy="582900"/>
          </a:xfrm>
          <a:prstGeom prst="rect">
            <a:avLst/>
          </a:prstGeom>
          <a:noFill/>
          <a:ln>
            <a:noFill/>
          </a:ln>
        </p:spPr>
        <p:txBody>
          <a:bodyPr spcFirstLastPara="1" wrap="square" lIns="0" tIns="0" rIns="0" bIns="0" anchor="t" anchorCtr="0">
            <a:noAutofit/>
          </a:bodyPr>
          <a:lstStyle/>
          <a:p>
            <a:pPr>
              <a:defRPr sz="1700" b="1">
                <a:solidFill>
                  <a:srgbClr val="1C171A"/>
                </a:solidFill>
              </a:defRPr>
            </a:pPr>
            <a:r>
              <a:t>Lộ Trình Quý 4: Đưa 4 Tiện Ích Thuế &amp; Tính Lương Lên Production, Chuẩn Bị Toàn Diện Cho Cao Điểm Tết 2027</a:t>
            </a:r>
          </a:p>
        </p:txBody>
      </p:sp>
      <p:sp>
        <p:nvSpPr>
          <p:cNvPr id="603" name="Google Shape;603;h19034d514f5d6f97_0_2164"/>
          <p:cNvSpPr/>
          <p:nvPr/>
        </p:nvSpPr>
        <p:spPr>
          <a:xfrm>
            <a:off x="342900" y="1062990"/>
            <a:ext cx="8456100" cy="754500"/>
          </a:xfrm>
          <a:prstGeom prst="rect">
            <a:avLst/>
          </a:prstGeom>
          <a:solidFill>
            <a:srgbClr val="FFEFF4"/>
          </a:solidFill>
          <a:ln>
            <a:noFill/>
          </a:ln>
        </p:spPr>
        <p:txBody>
          <a:bodyPr spcFirstLastPara="1" wrap="square" lIns="95250" tIns="95250" rIns="95250" bIns="95250" anchor="ctr" anchorCtr="0">
            <a:noAutofit/>
          </a:bodyPr>
          <a:lstStyle/>
          <a:p>
            <a:pPr>
              <a:defRPr sz="950">
                <a:solidFill>
                  <a:srgbClr val="1C171A"/>
                </a:solidFill>
              </a:defRPr>
            </a:pPr>
            <a:r>
              <a:t>• Ý chính 1: Hoàn thành 100% mốc Dev cho 4 tiện ích tài chính (Thuế TNCN, Lương Gross-Net, BHXH, Tính SIP).</a:t>
            </a:r>
          </a:p>
          <a:p>
            <a:pPr>
              <a:defRPr sz="950">
                <a:solidFill>
                  <a:srgbClr val="1C171A"/>
                </a:solidFill>
              </a:defRPr>
            </a:pPr>
            <a:r>
              <a:t>• Ý chính 2: Mốc UAT dự kiến hoàn tất trước 12/11; go-live Production chính thức trước 20/11 để phục vụ nhu cầu quyết toán cuối năm.</a:t>
            </a:r>
          </a:p>
          <a:p>
            <a:pPr>
              <a:defRPr sz="950">
                <a:solidFill>
                  <a:srgbClr val="1C171A"/>
                </a:solidFill>
              </a:defRPr>
            </a:pPr>
            <a:r>
              <a:t>• Ý chính 3: Cần 3 nội dung hỗ trợ từ BOM, HR và Pháp chế để bảo đảm tiến độ triển khai.</a:t>
            </a:r>
          </a:p>
        </p:txBody>
      </p:sp>
      <p:sp>
        <p:nvSpPr>
          <p:cNvPr id="604" name="Google Shape;604;h19034d514f5d6f97_0_2164"/>
          <p:cNvSpPr/>
          <p:nvPr/>
        </p:nvSpPr>
        <p:spPr>
          <a:xfrm>
            <a:off x="342900" y="4766310"/>
            <a:ext cx="8456100" cy="205800"/>
          </a:xfrm>
          <a:prstGeom prst="rect">
            <a:avLst/>
          </a:prstGeom>
          <a:noFill/>
          <a:ln>
            <a:noFill/>
          </a:ln>
        </p:spPr>
        <p:txBody>
          <a:bodyPr spcFirstLastPara="1" wrap="square" lIns="0" tIns="0" rIns="0" bIns="0" anchor="ctr" anchorCtr="0">
            <a:noAutofit/>
          </a:bodyPr>
          <a:lstStyle/>
          <a:p>
            <a:pPr>
              <a:defRPr sz="900">
                <a:solidFill>
                  <a:srgbClr val="5C5060"/>
                </a:solidFill>
              </a:defRPr>
            </a:pPr>
            <a:r>
              <a:t>Nguồn: Jira &amp; Web Platform Roadmap   |   Owner: Web Platform   |   Chốt số liệu: 28/10/2026</a:t>
            </a:r>
          </a:p>
        </p:txBody>
      </p:sp>
      <p:sp>
        <p:nvSpPr>
          <p:cNvPr id="605" name="Google Shape;605;h19034d514f5d6f97_0_2164"/>
          <p:cNvSpPr/>
          <p:nvPr/>
        </p:nvSpPr>
        <p:spPr>
          <a:xfrm>
            <a:off x="342900" y="1954530"/>
            <a:ext cx="5349300" cy="20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50064"/>
              </a:buClr>
              <a:buSzPts val="1100"/>
              <a:buFont typeface="Calibri"/>
              <a:buNone/>
            </a:pPr>
            <a:r>
              <a:rPr lang="en-US" sz="1100" b="1" i="0" u="none" strike="noStrike" cap="none">
                <a:solidFill>
                  <a:srgbClr val="A50064"/>
                </a:solidFill>
                <a:latin typeface="Calibri"/>
                <a:ea typeface="Calibri"/>
                <a:cs typeface="Calibri"/>
                <a:sym typeface="Calibri"/>
              </a:rPr>
              <a:t>Mốc dự án</a:t>
            </a:r>
            <a:endParaRPr sz="1100" b="0" i="0" u="none" strike="noStrike" cap="none">
              <a:solidFill>
                <a:schemeClr val="dk1"/>
              </a:solidFill>
              <a:latin typeface="Calibri"/>
              <a:ea typeface="Calibri"/>
              <a:cs typeface="Calibri"/>
              <a:sym typeface="Calibri"/>
            </a:endParaRPr>
          </a:p>
        </p:txBody>
      </p:sp>
      <p:cxnSp>
        <p:nvCxnSpPr>
          <p:cNvPr id="606" name="Google Shape;606;h19034d514f5d6f97_0_2164"/>
          <p:cNvCxnSpPr/>
          <p:nvPr/>
        </p:nvCxnSpPr>
        <p:spPr>
          <a:xfrm>
            <a:off x="891540" y="2708910"/>
            <a:ext cx="4251900" cy="0"/>
          </a:xfrm>
          <a:prstGeom prst="straightConnector1">
            <a:avLst/>
          </a:prstGeom>
          <a:noFill/>
          <a:ln w="28575" cap="flat" cmpd="sng">
            <a:solidFill>
              <a:srgbClr val="D1D5DB"/>
            </a:solidFill>
            <a:prstDash val="solid"/>
            <a:round/>
            <a:headEnd type="none" w="sm" len="sm"/>
            <a:tailEnd type="none" w="sm" len="sm"/>
          </a:ln>
        </p:spPr>
      </p:cxnSp>
      <p:cxnSp>
        <p:nvCxnSpPr>
          <p:cNvPr id="607" name="Google Shape;607;h19034d514f5d6f97_0_2164"/>
          <p:cNvCxnSpPr/>
          <p:nvPr/>
        </p:nvCxnSpPr>
        <p:spPr>
          <a:xfrm>
            <a:off x="891540" y="2708910"/>
            <a:ext cx="2126100" cy="0"/>
          </a:xfrm>
          <a:prstGeom prst="straightConnector1">
            <a:avLst/>
          </a:prstGeom>
          <a:noFill/>
          <a:ln w="28575" cap="flat" cmpd="sng">
            <a:solidFill>
              <a:srgbClr val="A50064"/>
            </a:solidFill>
            <a:prstDash val="solid"/>
            <a:round/>
            <a:headEnd type="none" w="sm" len="sm"/>
            <a:tailEnd type="none" w="sm" len="sm"/>
          </a:ln>
        </p:spPr>
      </p:cxnSp>
      <p:sp>
        <p:nvSpPr>
          <p:cNvPr id="608" name="Google Shape;608;h19034d514f5d6f97_0_2164"/>
          <p:cNvSpPr/>
          <p:nvPr/>
        </p:nvSpPr>
        <p:spPr>
          <a:xfrm>
            <a:off x="788670" y="2606040"/>
            <a:ext cx="205800" cy="205800"/>
          </a:xfrm>
          <a:prstGeom prst="ellipse">
            <a:avLst/>
          </a:prstGeom>
          <a:solidFill>
            <a:srgbClr val="A50064"/>
          </a:solidFill>
          <a:ln w="19050" cap="flat" cmpd="sng">
            <a:solidFill>
              <a:srgbClr val="A50064"/>
            </a:solidFill>
            <a:prstDash val="solid"/>
            <a:round/>
            <a:headEnd type="none" w="sm" len="sm"/>
            <a:tailEnd type="none" w="sm" len="sm"/>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609" name="Google Shape;609;h19034d514f5d6f97_0_2164"/>
          <p:cNvSpPr/>
          <p:nvPr/>
        </p:nvSpPr>
        <p:spPr>
          <a:xfrm>
            <a:off x="411480" y="2228850"/>
            <a:ext cx="960000" cy="274200"/>
          </a:xfrm>
          <a:prstGeom prst="rect">
            <a:avLst/>
          </a:prstGeom>
          <a:noFill/>
          <a:ln>
            <a:noFill/>
          </a:ln>
        </p:spPr>
        <p:txBody>
          <a:bodyPr spcFirstLastPara="1" wrap="square" lIns="0" tIns="0" rIns="0" bIns="0" anchor="b" anchorCtr="0">
            <a:noAutofit/>
          </a:bodyPr>
          <a:lstStyle/>
          <a:p>
            <a:pPr marL="0" marR="0" lvl="0" indent="0" algn="ctr" rtl="0">
              <a:spcBef>
                <a:spcPts val="0"/>
              </a:spcBef>
              <a:spcAft>
                <a:spcPts val="0"/>
              </a:spcAft>
              <a:buClr>
                <a:srgbClr val="000000"/>
              </a:buClr>
              <a:buSzPts val="1000"/>
              <a:buFont typeface="Calibri"/>
              <a:buNone/>
            </a:pPr>
            <a:r>
              <a:rPr lang="en-US" sz="1000" b="1" i="0" u="none" strike="noStrike" cap="none">
                <a:solidFill>
                  <a:srgbClr val="000000"/>
                </a:solidFill>
                <a:latin typeface="Calibri"/>
                <a:ea typeface="Calibri"/>
                <a:cs typeface="Calibri"/>
                <a:sym typeface="Calibri"/>
              </a:rPr>
              <a:t>Kickoff</a:t>
            </a:r>
            <a:endParaRPr sz="1000" b="0" i="0" u="none" strike="noStrike" cap="none">
              <a:solidFill>
                <a:schemeClr val="dk1"/>
              </a:solidFill>
              <a:latin typeface="Calibri"/>
              <a:ea typeface="Calibri"/>
              <a:cs typeface="Calibri"/>
              <a:sym typeface="Calibri"/>
            </a:endParaRPr>
          </a:p>
        </p:txBody>
      </p:sp>
      <p:sp>
        <p:nvSpPr>
          <p:cNvPr id="610" name="Google Shape;610;h19034d514f5d6f97_0_2164"/>
          <p:cNvSpPr/>
          <p:nvPr/>
        </p:nvSpPr>
        <p:spPr>
          <a:xfrm>
            <a:off x="411480" y="2880360"/>
            <a:ext cx="960000" cy="2058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6B7280"/>
              </a:buClr>
              <a:buSzPts val="900"/>
              <a:buFont typeface="Calibri"/>
              <a:buNone/>
            </a:pPr>
            <a:r>
              <a:rPr lang="en-US" sz="900" b="0" i="0" u="none" strike="noStrike" cap="none">
                <a:solidFill>
                  <a:srgbClr val="6B7280"/>
                </a:solidFill>
                <a:latin typeface="Calibri"/>
                <a:ea typeface="Calibri"/>
                <a:cs typeface="Calibri"/>
                <a:sym typeface="Calibri"/>
              </a:rPr>
              <a:t>01/09</a:t>
            </a:r>
            <a:endParaRPr sz="900" b="0" i="0" u="none" strike="noStrike" cap="none">
              <a:solidFill>
                <a:schemeClr val="dk1"/>
              </a:solidFill>
              <a:latin typeface="Calibri"/>
              <a:ea typeface="Calibri"/>
              <a:cs typeface="Calibri"/>
              <a:sym typeface="Calibri"/>
            </a:endParaRPr>
          </a:p>
        </p:txBody>
      </p:sp>
      <p:sp>
        <p:nvSpPr>
          <p:cNvPr id="611" name="Google Shape;611;h19034d514f5d6f97_0_2164"/>
          <p:cNvSpPr/>
          <p:nvPr/>
        </p:nvSpPr>
        <p:spPr>
          <a:xfrm>
            <a:off x="1851660" y="2606040"/>
            <a:ext cx="205800" cy="205800"/>
          </a:xfrm>
          <a:prstGeom prst="ellipse">
            <a:avLst/>
          </a:prstGeom>
          <a:solidFill>
            <a:srgbClr val="A50064"/>
          </a:solidFill>
          <a:ln w="19050" cap="flat" cmpd="sng">
            <a:solidFill>
              <a:srgbClr val="A50064"/>
            </a:solidFill>
            <a:prstDash val="solid"/>
            <a:round/>
            <a:headEnd type="none" w="sm" len="sm"/>
            <a:tailEnd type="none" w="sm" len="sm"/>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612" name="Google Shape;612;h19034d514f5d6f97_0_2164"/>
          <p:cNvSpPr/>
          <p:nvPr/>
        </p:nvSpPr>
        <p:spPr>
          <a:xfrm>
            <a:off x="1474470" y="2228850"/>
            <a:ext cx="960000" cy="274200"/>
          </a:xfrm>
          <a:prstGeom prst="rect">
            <a:avLst/>
          </a:prstGeom>
          <a:noFill/>
          <a:ln>
            <a:noFill/>
          </a:ln>
        </p:spPr>
        <p:txBody>
          <a:bodyPr spcFirstLastPara="1" wrap="square" lIns="0" tIns="0" rIns="0" bIns="0" anchor="b" anchorCtr="0">
            <a:noAutofit/>
          </a:bodyPr>
          <a:lstStyle/>
          <a:p>
            <a:pPr marL="0" marR="0" lvl="0" indent="0" algn="ctr" rtl="0">
              <a:spcBef>
                <a:spcPts val="0"/>
              </a:spcBef>
              <a:spcAft>
                <a:spcPts val="0"/>
              </a:spcAft>
              <a:buClr>
                <a:srgbClr val="000000"/>
              </a:buClr>
              <a:buSzPts val="1000"/>
              <a:buFont typeface="Calibri"/>
              <a:buNone/>
            </a:pPr>
            <a:r>
              <a:rPr lang="en-US" sz="1000" b="1" i="0" u="none" strike="noStrike" cap="none">
                <a:solidFill>
                  <a:srgbClr val="000000"/>
                </a:solidFill>
                <a:latin typeface="Calibri"/>
                <a:ea typeface="Calibri"/>
                <a:cs typeface="Calibri"/>
                <a:sym typeface="Calibri"/>
              </a:rPr>
              <a:t>Thiết kế</a:t>
            </a:r>
            <a:endParaRPr sz="1000" b="0" i="0" u="none" strike="noStrike" cap="none">
              <a:solidFill>
                <a:schemeClr val="dk1"/>
              </a:solidFill>
              <a:latin typeface="Calibri"/>
              <a:ea typeface="Calibri"/>
              <a:cs typeface="Calibri"/>
              <a:sym typeface="Calibri"/>
            </a:endParaRPr>
          </a:p>
        </p:txBody>
      </p:sp>
      <p:sp>
        <p:nvSpPr>
          <p:cNvPr id="613" name="Google Shape;613;h19034d514f5d6f97_0_2164"/>
          <p:cNvSpPr/>
          <p:nvPr/>
        </p:nvSpPr>
        <p:spPr>
          <a:xfrm>
            <a:off x="1474470" y="2880360"/>
            <a:ext cx="960000" cy="2058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6B7280"/>
              </a:buClr>
              <a:buSzPts val="900"/>
              <a:buFont typeface="Calibri"/>
              <a:buNone/>
            </a:pPr>
            <a:r>
              <a:rPr lang="en-US" sz="900" b="0" i="0" u="none" strike="noStrike" cap="none">
                <a:solidFill>
                  <a:srgbClr val="6B7280"/>
                </a:solidFill>
                <a:latin typeface="Calibri"/>
                <a:ea typeface="Calibri"/>
                <a:cs typeface="Calibri"/>
                <a:sym typeface="Calibri"/>
              </a:rPr>
              <a:t>30/09</a:t>
            </a:r>
            <a:endParaRPr sz="900" b="0" i="0" u="none" strike="noStrike" cap="none">
              <a:solidFill>
                <a:schemeClr val="dk1"/>
              </a:solidFill>
              <a:latin typeface="Calibri"/>
              <a:ea typeface="Calibri"/>
              <a:cs typeface="Calibri"/>
              <a:sym typeface="Calibri"/>
            </a:endParaRPr>
          </a:p>
        </p:txBody>
      </p:sp>
      <p:sp>
        <p:nvSpPr>
          <p:cNvPr id="614" name="Google Shape;614;h19034d514f5d6f97_0_2164"/>
          <p:cNvSpPr/>
          <p:nvPr/>
        </p:nvSpPr>
        <p:spPr>
          <a:xfrm>
            <a:off x="2914650" y="2606040"/>
            <a:ext cx="205800" cy="205800"/>
          </a:xfrm>
          <a:prstGeom prst="ellipse">
            <a:avLst/>
          </a:prstGeom>
          <a:solidFill>
            <a:srgbClr val="F95396"/>
          </a:solidFill>
          <a:ln w="19050" cap="flat" cmpd="sng">
            <a:solidFill>
              <a:srgbClr val="F95396"/>
            </a:solidFill>
            <a:prstDash val="solid"/>
            <a:round/>
            <a:headEnd type="none" w="sm" len="sm"/>
            <a:tailEnd type="none" w="sm" len="sm"/>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615" name="Google Shape;615;h19034d514f5d6f97_0_2164"/>
          <p:cNvSpPr/>
          <p:nvPr/>
        </p:nvSpPr>
        <p:spPr>
          <a:xfrm>
            <a:off x="2537460" y="2228850"/>
            <a:ext cx="960000" cy="274200"/>
          </a:xfrm>
          <a:prstGeom prst="rect">
            <a:avLst/>
          </a:prstGeom>
          <a:noFill/>
          <a:ln>
            <a:noFill/>
          </a:ln>
        </p:spPr>
        <p:txBody>
          <a:bodyPr spcFirstLastPara="1" wrap="square" lIns="0" tIns="0" rIns="0" bIns="0" anchor="b" anchorCtr="0">
            <a:noAutofit/>
          </a:bodyPr>
          <a:lstStyle/>
          <a:p>
            <a:pPr marL="0" marR="0" lvl="0" indent="0" algn="ctr" rtl="0">
              <a:spcBef>
                <a:spcPts val="0"/>
              </a:spcBef>
              <a:spcAft>
                <a:spcPts val="0"/>
              </a:spcAft>
              <a:buClr>
                <a:srgbClr val="000000"/>
              </a:buClr>
              <a:buSzPts val="1000"/>
              <a:buFont typeface="Calibri"/>
              <a:buNone/>
            </a:pPr>
            <a:r>
              <a:rPr lang="en-US" sz="1000" b="1" i="0" u="none" strike="noStrike" cap="none">
                <a:solidFill>
                  <a:srgbClr val="000000"/>
                </a:solidFill>
                <a:latin typeface="Calibri"/>
                <a:ea typeface="Calibri"/>
                <a:cs typeface="Calibri"/>
                <a:sym typeface="Calibri"/>
              </a:rPr>
              <a:t>Dev</a:t>
            </a:r>
            <a:endParaRPr sz="1000" b="0" i="0" u="none" strike="noStrike" cap="none">
              <a:solidFill>
                <a:schemeClr val="dk1"/>
              </a:solidFill>
              <a:latin typeface="Calibri"/>
              <a:ea typeface="Calibri"/>
              <a:cs typeface="Calibri"/>
              <a:sym typeface="Calibri"/>
            </a:endParaRPr>
          </a:p>
        </p:txBody>
      </p:sp>
      <p:sp>
        <p:nvSpPr>
          <p:cNvPr id="616" name="Google Shape;616;h19034d514f5d6f97_0_2164"/>
          <p:cNvSpPr/>
          <p:nvPr/>
        </p:nvSpPr>
        <p:spPr>
          <a:xfrm>
            <a:off x="2537460" y="2880360"/>
            <a:ext cx="960000" cy="2058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6B7280"/>
              </a:buClr>
              <a:buSzPts val="900"/>
              <a:buFont typeface="Calibri"/>
              <a:buNone/>
            </a:pPr>
            <a:r>
              <a:rPr lang="en-US" sz="900" b="0" i="0" u="none" strike="noStrike" cap="none">
                <a:solidFill>
                  <a:srgbClr val="6B7280"/>
                </a:solidFill>
                <a:latin typeface="Calibri"/>
                <a:ea typeface="Calibri"/>
                <a:cs typeface="Calibri"/>
                <a:sym typeface="Calibri"/>
              </a:rPr>
              <a:t>31/10</a:t>
            </a:r>
            <a:endParaRPr sz="900" b="0" i="0" u="none" strike="noStrike" cap="none">
              <a:solidFill>
                <a:schemeClr val="dk1"/>
              </a:solidFill>
              <a:latin typeface="Calibri"/>
              <a:ea typeface="Calibri"/>
              <a:cs typeface="Calibri"/>
              <a:sym typeface="Calibri"/>
            </a:endParaRPr>
          </a:p>
        </p:txBody>
      </p:sp>
      <p:sp>
        <p:nvSpPr>
          <p:cNvPr id="617" name="Google Shape;617;h19034d514f5d6f97_0_2164"/>
          <p:cNvSpPr/>
          <p:nvPr/>
        </p:nvSpPr>
        <p:spPr>
          <a:xfrm>
            <a:off x="3977640" y="2606040"/>
            <a:ext cx="205800" cy="205800"/>
          </a:xfrm>
          <a:prstGeom prst="ellipse">
            <a:avLst/>
          </a:prstGeom>
          <a:solidFill>
            <a:srgbClr val="FFFFFF"/>
          </a:solidFill>
          <a:ln w="19050" cap="flat" cmpd="sng">
            <a:solidFill>
              <a:srgbClr val="6B7280"/>
            </a:solidFill>
            <a:prstDash val="solid"/>
            <a:round/>
            <a:headEnd type="none" w="sm" len="sm"/>
            <a:tailEnd type="none" w="sm" len="sm"/>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618" name="Google Shape;618;h19034d514f5d6f97_0_2164"/>
          <p:cNvSpPr/>
          <p:nvPr/>
        </p:nvSpPr>
        <p:spPr>
          <a:xfrm>
            <a:off x="3600450" y="2228850"/>
            <a:ext cx="960000" cy="274200"/>
          </a:xfrm>
          <a:prstGeom prst="rect">
            <a:avLst/>
          </a:prstGeom>
          <a:noFill/>
          <a:ln>
            <a:noFill/>
          </a:ln>
        </p:spPr>
        <p:txBody>
          <a:bodyPr spcFirstLastPara="1" wrap="square" lIns="0" tIns="0" rIns="0" bIns="0" anchor="b" anchorCtr="0">
            <a:noAutofit/>
          </a:bodyPr>
          <a:lstStyle/>
          <a:p>
            <a:pPr marL="0" marR="0" lvl="0" indent="0" algn="ctr" rtl="0">
              <a:spcBef>
                <a:spcPts val="0"/>
              </a:spcBef>
              <a:spcAft>
                <a:spcPts val="0"/>
              </a:spcAft>
              <a:buClr>
                <a:srgbClr val="000000"/>
              </a:buClr>
              <a:buSzPts val="1000"/>
              <a:buFont typeface="Calibri"/>
              <a:buNone/>
            </a:pPr>
            <a:r>
              <a:rPr lang="en-US" sz="1000" b="1" i="0" u="none" strike="noStrike" cap="none">
                <a:solidFill>
                  <a:srgbClr val="000000"/>
                </a:solidFill>
                <a:latin typeface="Calibri"/>
                <a:ea typeface="Calibri"/>
                <a:cs typeface="Calibri"/>
                <a:sym typeface="Calibri"/>
              </a:rPr>
              <a:t>UAT</a:t>
            </a:r>
            <a:endParaRPr sz="1000" b="0" i="0" u="none" strike="noStrike" cap="none">
              <a:solidFill>
                <a:schemeClr val="dk1"/>
              </a:solidFill>
              <a:latin typeface="Calibri"/>
              <a:ea typeface="Calibri"/>
              <a:cs typeface="Calibri"/>
              <a:sym typeface="Calibri"/>
            </a:endParaRPr>
          </a:p>
        </p:txBody>
      </p:sp>
      <p:sp>
        <p:nvSpPr>
          <p:cNvPr id="619" name="Google Shape;619;h19034d514f5d6f97_0_2164"/>
          <p:cNvSpPr/>
          <p:nvPr/>
        </p:nvSpPr>
        <p:spPr>
          <a:xfrm>
            <a:off x="3600450" y="2880360"/>
            <a:ext cx="960000" cy="2058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6B7280"/>
              </a:buClr>
              <a:buSzPts val="900"/>
              <a:buFont typeface="Calibri"/>
              <a:buNone/>
            </a:pPr>
            <a:r>
              <a:rPr lang="en-US" sz="900" b="0" i="0" u="none" strike="noStrike" cap="none">
                <a:solidFill>
                  <a:srgbClr val="6B7280"/>
                </a:solidFill>
                <a:latin typeface="Calibri"/>
                <a:ea typeface="Calibri"/>
                <a:cs typeface="Calibri"/>
                <a:sym typeface="Calibri"/>
              </a:rPr>
              <a:t>12/11</a:t>
            </a:r>
            <a:endParaRPr sz="900" b="0" i="0" u="none" strike="noStrike" cap="none">
              <a:solidFill>
                <a:schemeClr val="dk1"/>
              </a:solidFill>
              <a:latin typeface="Calibri"/>
              <a:ea typeface="Calibri"/>
              <a:cs typeface="Calibri"/>
              <a:sym typeface="Calibri"/>
            </a:endParaRPr>
          </a:p>
        </p:txBody>
      </p:sp>
      <p:sp>
        <p:nvSpPr>
          <p:cNvPr id="620" name="Google Shape;620;h19034d514f5d6f97_0_2164"/>
          <p:cNvSpPr/>
          <p:nvPr/>
        </p:nvSpPr>
        <p:spPr>
          <a:xfrm>
            <a:off x="5040630" y="2606040"/>
            <a:ext cx="205800" cy="205800"/>
          </a:xfrm>
          <a:prstGeom prst="ellipse">
            <a:avLst/>
          </a:prstGeom>
          <a:solidFill>
            <a:srgbClr val="FFFFFF"/>
          </a:solidFill>
          <a:ln w="19050" cap="flat" cmpd="sng">
            <a:solidFill>
              <a:srgbClr val="6B7280"/>
            </a:solidFill>
            <a:prstDash val="solid"/>
            <a:round/>
            <a:headEnd type="none" w="sm" len="sm"/>
            <a:tailEnd type="none" w="sm" len="sm"/>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621" name="Google Shape;621;h19034d514f5d6f97_0_2164"/>
          <p:cNvSpPr/>
          <p:nvPr/>
        </p:nvSpPr>
        <p:spPr>
          <a:xfrm>
            <a:off x="4663440" y="2228850"/>
            <a:ext cx="960000" cy="274200"/>
          </a:xfrm>
          <a:prstGeom prst="rect">
            <a:avLst/>
          </a:prstGeom>
          <a:noFill/>
          <a:ln>
            <a:noFill/>
          </a:ln>
        </p:spPr>
        <p:txBody>
          <a:bodyPr spcFirstLastPara="1" wrap="square" lIns="0" tIns="0" rIns="0" bIns="0" anchor="b" anchorCtr="0">
            <a:noAutofit/>
          </a:bodyPr>
          <a:lstStyle/>
          <a:p>
            <a:pPr marL="0" marR="0" lvl="0" indent="0" algn="ctr" rtl="0">
              <a:spcBef>
                <a:spcPts val="0"/>
              </a:spcBef>
              <a:spcAft>
                <a:spcPts val="0"/>
              </a:spcAft>
              <a:buClr>
                <a:srgbClr val="000000"/>
              </a:buClr>
              <a:buSzPts val="1000"/>
              <a:buFont typeface="Calibri"/>
              <a:buNone/>
            </a:pPr>
            <a:r>
              <a:rPr lang="en-US" sz="1000" b="1" i="0" u="none" strike="noStrike" cap="none">
                <a:solidFill>
                  <a:srgbClr val="000000"/>
                </a:solidFill>
                <a:latin typeface="Calibri"/>
                <a:ea typeface="Calibri"/>
                <a:cs typeface="Calibri"/>
                <a:sym typeface="Calibri"/>
              </a:rPr>
              <a:t>Go-live</a:t>
            </a:r>
            <a:endParaRPr sz="1000" b="0" i="0" u="none" strike="noStrike" cap="none">
              <a:solidFill>
                <a:schemeClr val="dk1"/>
              </a:solidFill>
              <a:latin typeface="Calibri"/>
              <a:ea typeface="Calibri"/>
              <a:cs typeface="Calibri"/>
              <a:sym typeface="Calibri"/>
            </a:endParaRPr>
          </a:p>
        </p:txBody>
      </p:sp>
      <p:sp>
        <p:nvSpPr>
          <p:cNvPr id="622" name="Google Shape;622;h19034d514f5d6f97_0_2164"/>
          <p:cNvSpPr/>
          <p:nvPr/>
        </p:nvSpPr>
        <p:spPr>
          <a:xfrm>
            <a:off x="4663440" y="2880360"/>
            <a:ext cx="960000" cy="2058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6B7280"/>
              </a:buClr>
              <a:buSzPts val="900"/>
              <a:buFont typeface="Calibri"/>
              <a:buNone/>
            </a:pPr>
            <a:r>
              <a:rPr lang="en-US" sz="900" b="0" i="0" u="none" strike="noStrike" cap="none">
                <a:solidFill>
                  <a:srgbClr val="6B7280"/>
                </a:solidFill>
                <a:latin typeface="Calibri"/>
                <a:ea typeface="Calibri"/>
                <a:cs typeface="Calibri"/>
                <a:sym typeface="Calibri"/>
              </a:rPr>
              <a:t>29/11</a:t>
            </a:r>
            <a:endParaRPr sz="900" b="0" i="0" u="none" strike="noStrike" cap="none">
              <a:solidFill>
                <a:schemeClr val="dk1"/>
              </a:solidFill>
              <a:latin typeface="Calibri"/>
              <a:ea typeface="Calibri"/>
              <a:cs typeface="Calibri"/>
              <a:sym typeface="Calibri"/>
            </a:endParaRPr>
          </a:p>
        </p:txBody>
      </p:sp>
      <p:sp>
        <p:nvSpPr>
          <p:cNvPr id="623" name="Google Shape;623;h19034d514f5d6f97_0_2164"/>
          <p:cNvSpPr/>
          <p:nvPr/>
        </p:nvSpPr>
        <p:spPr>
          <a:xfrm>
            <a:off x="342900" y="3429000"/>
            <a:ext cx="5349300" cy="20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50064"/>
              </a:buClr>
              <a:buSzPts val="1100"/>
              <a:buFont typeface="Calibri"/>
              <a:buNone/>
            </a:pPr>
            <a:r>
              <a:rPr lang="en-US" sz="1100" b="1" i="0" u="none" strike="noStrike" cap="none">
                <a:solidFill>
                  <a:srgbClr val="A50064"/>
                </a:solidFill>
                <a:latin typeface="Calibri"/>
                <a:ea typeface="Calibri"/>
                <a:cs typeface="Calibri"/>
                <a:sym typeface="Calibri"/>
              </a:rPr>
              <a:t>Tiến độ so với kế hoạch</a:t>
            </a:r>
            <a:endParaRPr sz="1100" b="0" i="0" u="none" strike="noStrike" cap="none">
              <a:solidFill>
                <a:schemeClr val="dk1"/>
              </a:solidFill>
              <a:latin typeface="Calibri"/>
              <a:ea typeface="Calibri"/>
              <a:cs typeface="Calibri"/>
              <a:sym typeface="Calibri"/>
            </a:endParaRPr>
          </a:p>
        </p:txBody>
      </p:sp>
      <p:sp>
        <p:nvSpPr>
          <p:cNvPr id="624" name="Google Shape;624;h19034d514f5d6f97_0_2164"/>
          <p:cNvSpPr/>
          <p:nvPr/>
        </p:nvSpPr>
        <p:spPr>
          <a:xfrm>
            <a:off x="342900" y="3737610"/>
            <a:ext cx="754500" cy="2400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900"/>
              <a:buFont typeface="Calibri"/>
              <a:buNone/>
            </a:pPr>
            <a:r>
              <a:rPr lang="en-US" sz="900" b="0" i="0" u="none" strike="noStrike" cap="none">
                <a:solidFill>
                  <a:srgbClr val="000000"/>
                </a:solidFill>
                <a:latin typeface="Calibri"/>
                <a:ea typeface="Calibri"/>
                <a:cs typeface="Calibri"/>
                <a:sym typeface="Calibri"/>
              </a:rPr>
              <a:t>Kế hoạch</a:t>
            </a:r>
            <a:endParaRPr sz="900" b="0" i="0" u="none" strike="noStrike" cap="none">
              <a:solidFill>
                <a:schemeClr val="dk1"/>
              </a:solidFill>
              <a:latin typeface="Calibri"/>
              <a:ea typeface="Calibri"/>
              <a:cs typeface="Calibri"/>
              <a:sym typeface="Calibri"/>
            </a:endParaRPr>
          </a:p>
        </p:txBody>
      </p:sp>
      <p:sp>
        <p:nvSpPr>
          <p:cNvPr id="625" name="Google Shape;625;h19034d514f5d6f97_0_2164"/>
          <p:cNvSpPr/>
          <p:nvPr/>
        </p:nvSpPr>
        <p:spPr>
          <a:xfrm>
            <a:off x="1165860" y="3737610"/>
            <a:ext cx="3703200" cy="240000"/>
          </a:xfrm>
          <a:prstGeom prst="rect">
            <a:avLst/>
          </a:prstGeom>
          <a:solidFill>
            <a:srgbClr val="F3F4F6"/>
          </a:solidFill>
          <a:ln w="9525" cap="flat" cmpd="sng">
            <a:solidFill>
              <a:srgbClr val="F3F4F6"/>
            </a:solidFill>
            <a:prstDash val="solid"/>
            <a:round/>
            <a:headEnd type="none" w="sm" len="sm"/>
            <a:tailEnd type="none" w="sm" len="sm"/>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626" name="Google Shape;626;h19034d514f5d6f97_0_2164"/>
          <p:cNvSpPr/>
          <p:nvPr/>
        </p:nvSpPr>
        <p:spPr>
          <a:xfrm>
            <a:off x="1165860" y="3737610"/>
            <a:ext cx="2777400" cy="240000"/>
          </a:xfrm>
          <a:prstGeom prst="rect">
            <a:avLst/>
          </a:prstGeom>
          <a:solidFill>
            <a:srgbClr val="FFE3ED"/>
          </a:solidFill>
          <a:ln w="9525" cap="flat" cmpd="sng">
            <a:solidFill>
              <a:srgbClr val="FFE3ED"/>
            </a:solidFill>
            <a:prstDash val="solid"/>
            <a:round/>
            <a:headEnd type="none" w="sm" len="sm"/>
            <a:tailEnd type="none" w="sm" len="sm"/>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627" name="Google Shape;627;h19034d514f5d6f97_0_2164"/>
          <p:cNvSpPr/>
          <p:nvPr/>
        </p:nvSpPr>
        <p:spPr>
          <a:xfrm>
            <a:off x="4937760" y="3737610"/>
            <a:ext cx="480300" cy="240000"/>
          </a:xfrm>
          <a:prstGeom prst="rect">
            <a:avLst/>
          </a:prstGeom>
          <a:noFill/>
          <a:ln>
            <a:noFill/>
          </a:ln>
        </p:spPr>
        <p:txBody>
          <a:bodyPr spcFirstLastPara="1" wrap="square" lIns="0" tIns="0" rIns="0" bIns="0" anchor="ctr" anchorCtr="0">
            <a:noAutofit/>
          </a:bodyPr>
          <a:lstStyle/>
          <a:p>
            <a:pPr>
              <a:defRPr sz="1100" b="1">
                <a:solidFill>
                  <a:srgbClr val="1C171A"/>
                </a:solidFill>
              </a:defRPr>
            </a:pPr>
            <a:r>
              <a:t>80%</a:t>
            </a:r>
          </a:p>
        </p:txBody>
      </p:sp>
      <p:sp>
        <p:nvSpPr>
          <p:cNvPr id="628" name="Google Shape;628;h19034d514f5d6f97_0_2164"/>
          <p:cNvSpPr/>
          <p:nvPr/>
        </p:nvSpPr>
        <p:spPr>
          <a:xfrm>
            <a:off x="342900" y="4080510"/>
            <a:ext cx="754500" cy="2400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900"/>
              <a:buFont typeface="Calibri"/>
              <a:buNone/>
            </a:pPr>
            <a:r>
              <a:rPr lang="en-US" sz="900" b="0" i="0" u="none" strike="noStrike" cap="none">
                <a:solidFill>
                  <a:srgbClr val="000000"/>
                </a:solidFill>
                <a:latin typeface="Calibri"/>
                <a:ea typeface="Calibri"/>
                <a:cs typeface="Calibri"/>
                <a:sym typeface="Calibri"/>
              </a:rPr>
              <a:t>Thực tế</a:t>
            </a:r>
            <a:endParaRPr sz="900" b="0" i="0" u="none" strike="noStrike" cap="none">
              <a:solidFill>
                <a:schemeClr val="dk1"/>
              </a:solidFill>
              <a:latin typeface="Calibri"/>
              <a:ea typeface="Calibri"/>
              <a:cs typeface="Calibri"/>
              <a:sym typeface="Calibri"/>
            </a:endParaRPr>
          </a:p>
        </p:txBody>
      </p:sp>
      <p:sp>
        <p:nvSpPr>
          <p:cNvPr id="629" name="Google Shape;629;h19034d514f5d6f97_0_2164"/>
          <p:cNvSpPr/>
          <p:nvPr/>
        </p:nvSpPr>
        <p:spPr>
          <a:xfrm>
            <a:off x="1165860" y="4080510"/>
            <a:ext cx="3703200" cy="240000"/>
          </a:xfrm>
          <a:prstGeom prst="rect">
            <a:avLst/>
          </a:prstGeom>
          <a:solidFill>
            <a:srgbClr val="F3F4F6"/>
          </a:solidFill>
          <a:ln w="9525" cap="flat" cmpd="sng">
            <a:solidFill>
              <a:srgbClr val="F3F4F6"/>
            </a:solidFill>
            <a:prstDash val="solid"/>
            <a:round/>
            <a:headEnd type="none" w="sm" len="sm"/>
            <a:tailEnd type="none" w="sm" len="sm"/>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630" name="Google Shape;630;h19034d514f5d6f97_0_2164"/>
          <p:cNvSpPr/>
          <p:nvPr/>
        </p:nvSpPr>
        <p:spPr>
          <a:xfrm>
            <a:off x="1165860" y="4080510"/>
            <a:ext cx="2037000" cy="240000"/>
          </a:xfrm>
          <a:prstGeom prst="rect">
            <a:avLst/>
          </a:prstGeom>
          <a:solidFill>
            <a:srgbClr val="A50064"/>
          </a:solidFill>
          <a:ln w="9525" cap="flat" cmpd="sng">
            <a:solidFill>
              <a:srgbClr val="A50064"/>
            </a:solidFill>
            <a:prstDash val="solid"/>
            <a:round/>
            <a:headEnd type="none" w="sm" len="sm"/>
            <a:tailEnd type="none" w="sm" len="sm"/>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631" name="Google Shape;631;h19034d514f5d6f97_0_2164"/>
          <p:cNvSpPr/>
          <p:nvPr/>
        </p:nvSpPr>
        <p:spPr>
          <a:xfrm>
            <a:off x="4937760" y="4080510"/>
            <a:ext cx="480300" cy="240000"/>
          </a:xfrm>
          <a:prstGeom prst="rect">
            <a:avLst/>
          </a:prstGeom>
          <a:noFill/>
          <a:ln>
            <a:noFill/>
          </a:ln>
        </p:spPr>
        <p:txBody>
          <a:bodyPr spcFirstLastPara="1" wrap="square" lIns="0" tIns="0" rIns="0" bIns="0" anchor="ctr" anchorCtr="0">
            <a:noAutofit/>
          </a:bodyPr>
          <a:lstStyle/>
          <a:p>
            <a:pPr>
              <a:defRPr sz="1100" b="1">
                <a:solidFill>
                  <a:srgbClr val="059669"/>
                </a:solidFill>
              </a:defRPr>
            </a:pPr>
            <a:r>
              <a:t>85%</a:t>
            </a:r>
          </a:p>
        </p:txBody>
      </p:sp>
      <p:sp>
        <p:nvSpPr>
          <p:cNvPr id="632" name="Google Shape;632;h19034d514f5d6f97_0_2164"/>
          <p:cNvSpPr/>
          <p:nvPr/>
        </p:nvSpPr>
        <p:spPr>
          <a:xfrm>
            <a:off x="5966460" y="1954530"/>
            <a:ext cx="2832300" cy="20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50064"/>
              </a:buClr>
              <a:buSzPts val="1100"/>
              <a:buFont typeface="Calibri"/>
              <a:buNone/>
            </a:pPr>
            <a:r>
              <a:rPr lang="en-US" sz="1100" b="1" i="0" u="none" strike="noStrike" cap="none">
                <a:solidFill>
                  <a:srgbClr val="A50064"/>
                </a:solidFill>
                <a:latin typeface="Calibri"/>
                <a:ea typeface="Calibri"/>
                <a:cs typeface="Calibri"/>
                <a:sym typeface="Calibri"/>
              </a:rPr>
              <a:t>Việc cần hỗ trợ</a:t>
            </a:r>
            <a:endParaRPr sz="1100" b="0" i="0" u="none" strike="noStrike" cap="none">
              <a:solidFill>
                <a:schemeClr val="dk1"/>
              </a:solidFill>
              <a:latin typeface="Calibri"/>
              <a:ea typeface="Calibri"/>
              <a:cs typeface="Calibri"/>
              <a:sym typeface="Calibri"/>
            </a:endParaRPr>
          </a:p>
        </p:txBody>
      </p:sp>
      <p:graphicFrame>
        <p:nvGraphicFramePr>
          <p:cNvPr id="633" name="Google Shape;633;h19034d514f5d6f97_0_2164"/>
          <p:cNvGraphicFramePr/>
          <p:nvPr/>
        </p:nvGraphicFramePr>
        <p:xfrm>
          <a:off x="5966460" y="2228850"/>
          <a:ext cx="2832325" cy="1920275"/>
        </p:xfrm>
        <a:graphic>
          <a:graphicData uri="http://schemas.openxmlformats.org/drawingml/2006/table">
            <a:tbl>
              <a:tblPr>
                <a:noFill/>
                <a:tableStyleId>{E4150D1B-22CA-4B41-9D43-DA15F05A9917}</a:tableStyleId>
              </a:tblPr>
              <a:tblGrid>
                <a:gridCol w="1508750">
                  <a:extLst>
                    <a:ext uri="{9D8B030D-6E8A-4147-A177-3AD203B41FA5}">
                      <a16:colId xmlns:a16="http://schemas.microsoft.com/office/drawing/2014/main" val="20000"/>
                    </a:ext>
                  </a:extLst>
                </a:gridCol>
                <a:gridCol w="822950">
                  <a:extLst>
                    <a:ext uri="{9D8B030D-6E8A-4147-A177-3AD203B41FA5}">
                      <a16:colId xmlns:a16="http://schemas.microsoft.com/office/drawing/2014/main" val="20001"/>
                    </a:ext>
                  </a:extLst>
                </a:gridCol>
                <a:gridCol w="500625">
                  <a:extLst>
                    <a:ext uri="{9D8B030D-6E8A-4147-A177-3AD203B41FA5}">
                      <a16:colId xmlns:a16="http://schemas.microsoft.com/office/drawing/2014/main" val="20002"/>
                    </a:ext>
                  </a:extLst>
                </a:gridCol>
              </a:tblGrid>
              <a:tr h="274325">
                <a:tc>
                  <a:txBody>
                    <a:bodyPr/>
                    <a:lstStyle/>
                    <a:p>
                      <a:pPr algn="l">
                        <a:defRPr sz="900" b="1">
                          <a:solidFill>
                            <a:srgbClr val="FFFFFF"/>
                          </a:solidFill>
                        </a:defRPr>
                      </a:pPr>
                      <a:r>
                        <a:t>Việc cần hỗ trợ</a:t>
                      </a:r>
                    </a:p>
                  </a:txBody>
                  <a:tcPr marL="36576" marR="36576" marT="36576" marB="36576" anchor="ctr">
                    <a:lnL w="28575" cap="flat" cmpd="sng">
                      <a:solidFill>
                        <a:srgbClr val="FFFFFF"/>
                      </a:solidFill>
                      <a:prstDash val="solid"/>
                      <a:round/>
                      <a:headEnd type="none" w="sm" len="sm"/>
                      <a:tailEnd type="none" w="sm" len="sm"/>
                    </a:lnL>
                    <a:lnR w="28575" cap="flat" cmpd="sng">
                      <a:solidFill>
                        <a:srgbClr val="FFFFFF"/>
                      </a:solidFill>
                      <a:prstDash val="solid"/>
                      <a:round/>
                      <a:headEnd type="none" w="sm" len="sm"/>
                      <a:tailEnd type="none" w="sm" len="sm"/>
                    </a:lnR>
                    <a:lnT w="28575" cap="flat" cmpd="sng">
                      <a:solidFill>
                        <a:srgbClr val="FFFFFF"/>
                      </a:solidFill>
                      <a:prstDash val="solid"/>
                      <a:round/>
                      <a:headEnd type="none" w="sm" len="sm"/>
                      <a:tailEnd type="none" w="sm" len="sm"/>
                    </a:lnT>
                    <a:lnB w="28575" cap="flat" cmpd="sng">
                      <a:solidFill>
                        <a:srgbClr val="FFFFFF"/>
                      </a:solidFill>
                      <a:prstDash val="solid"/>
                      <a:round/>
                      <a:headEnd type="none" w="sm" len="sm"/>
                      <a:tailEnd type="none" w="sm" len="sm"/>
                    </a:lnB>
                    <a:solidFill>
                      <a:srgbClr val="A50064"/>
                    </a:solidFill>
                  </a:tcPr>
                </a:tc>
                <a:tc>
                  <a:txBody>
                    <a:bodyPr/>
                    <a:lstStyle/>
                    <a:p>
                      <a:pPr algn="l">
                        <a:defRPr sz="900" b="1">
                          <a:solidFill>
                            <a:srgbClr val="FFFFFF"/>
                          </a:solidFill>
                        </a:defRPr>
                      </a:pPr>
                      <a:r>
                        <a:t>Bên liên quan / Owner</a:t>
                      </a:r>
                    </a:p>
                  </a:txBody>
                  <a:tcPr marL="36576" marR="36576" marT="36576" marB="36576" anchor="ctr">
                    <a:lnL w="28575" cap="flat" cmpd="sng">
                      <a:solidFill>
                        <a:srgbClr val="FFFFFF"/>
                      </a:solidFill>
                      <a:prstDash val="solid"/>
                      <a:round/>
                      <a:headEnd type="none" w="sm" len="sm"/>
                      <a:tailEnd type="none" w="sm" len="sm"/>
                    </a:lnL>
                    <a:lnR w="28575" cap="flat" cmpd="sng">
                      <a:solidFill>
                        <a:srgbClr val="FFFFFF"/>
                      </a:solidFill>
                      <a:prstDash val="solid"/>
                      <a:round/>
                      <a:headEnd type="none" w="sm" len="sm"/>
                      <a:tailEnd type="none" w="sm" len="sm"/>
                    </a:lnR>
                    <a:lnT w="28575" cap="flat" cmpd="sng">
                      <a:solidFill>
                        <a:srgbClr val="FFFFFF"/>
                      </a:solidFill>
                      <a:prstDash val="solid"/>
                      <a:round/>
                      <a:headEnd type="none" w="sm" len="sm"/>
                      <a:tailEnd type="none" w="sm" len="sm"/>
                    </a:lnT>
                    <a:lnB w="28575" cap="flat" cmpd="sng">
                      <a:solidFill>
                        <a:srgbClr val="FFFFFF"/>
                      </a:solidFill>
                      <a:prstDash val="solid"/>
                      <a:round/>
                      <a:headEnd type="none" w="sm" len="sm"/>
                      <a:tailEnd type="none" w="sm" len="sm"/>
                    </a:lnB>
                    <a:solidFill>
                      <a:srgbClr val="A50064"/>
                    </a:solidFill>
                  </a:tcPr>
                </a:tc>
                <a:tc>
                  <a:txBody>
                    <a:bodyPr/>
                    <a:lstStyle/>
                    <a:p>
                      <a:pPr algn="ctr">
                        <a:defRPr sz="900" b="1">
                          <a:solidFill>
                            <a:srgbClr val="FFFFFF"/>
                          </a:solidFill>
                        </a:defRPr>
                      </a:pPr>
                      <a:r>
                        <a:t>Hạn hoàn thành</a:t>
                      </a:r>
                    </a:p>
                  </a:txBody>
                  <a:tcPr marL="36576" marR="36576" marT="36576" marB="36576" anchor="ctr">
                    <a:lnL w="28575" cap="flat" cmpd="sng">
                      <a:solidFill>
                        <a:srgbClr val="FFFFFF"/>
                      </a:solidFill>
                      <a:prstDash val="solid"/>
                      <a:round/>
                      <a:headEnd type="none" w="sm" len="sm"/>
                      <a:tailEnd type="none" w="sm" len="sm"/>
                    </a:lnL>
                    <a:lnR w="28575" cap="flat" cmpd="sng">
                      <a:solidFill>
                        <a:srgbClr val="FFFFFF"/>
                      </a:solidFill>
                      <a:prstDash val="solid"/>
                      <a:round/>
                      <a:headEnd type="none" w="sm" len="sm"/>
                      <a:tailEnd type="none" w="sm" len="sm"/>
                    </a:lnR>
                    <a:lnT w="28575" cap="flat" cmpd="sng">
                      <a:solidFill>
                        <a:srgbClr val="FFFFFF"/>
                      </a:solidFill>
                      <a:prstDash val="solid"/>
                      <a:round/>
                      <a:headEnd type="none" w="sm" len="sm"/>
                      <a:tailEnd type="none" w="sm" len="sm"/>
                    </a:lnT>
                    <a:lnB w="28575" cap="flat" cmpd="sng">
                      <a:solidFill>
                        <a:srgbClr val="FFFFFF"/>
                      </a:solidFill>
                      <a:prstDash val="solid"/>
                      <a:round/>
                      <a:headEnd type="none" w="sm" len="sm"/>
                      <a:tailEnd type="none" w="sm" len="sm"/>
                    </a:lnB>
                    <a:solidFill>
                      <a:srgbClr val="A50064"/>
                    </a:solidFill>
                  </a:tcPr>
                </a:tc>
                <a:extLst>
                  <a:ext uri="{0D108BD9-81ED-4DB2-BD59-A6C34878D82A}">
                    <a16:rowId xmlns:a16="http://schemas.microsoft.com/office/drawing/2014/main" val="10000"/>
                  </a:ext>
                </a:extLst>
              </a:tr>
              <a:tr h="548650">
                <a:tc>
                  <a:txBody>
                    <a:bodyPr/>
                    <a:lstStyle/>
                    <a:p>
                      <a:pPr algn="l">
                        <a:defRPr sz="850" b="1"/>
                      </a:pPr>
                      <a:r>
                        <a:t>Phê duyệt ngân sách 125 triệu VNĐ gói Pilot SEO Cinema</a:t>
                      </a:r>
                    </a:p>
                  </a:txBody>
                  <a:tcPr marL="36576" marR="36576" marT="36576" marB="36576" anchor="ctr">
                    <a:lnL w="28575" cap="flat" cmpd="sng">
                      <a:solidFill>
                        <a:srgbClr val="FFFFFF"/>
                      </a:solidFill>
                      <a:prstDash val="solid"/>
                      <a:round/>
                      <a:headEnd type="none" w="sm" len="sm"/>
                      <a:tailEnd type="none" w="sm" len="sm"/>
                    </a:lnL>
                    <a:lnR w="28575" cap="flat" cmpd="sng">
                      <a:solidFill>
                        <a:srgbClr val="FFFFFF"/>
                      </a:solidFill>
                      <a:prstDash val="solid"/>
                      <a:round/>
                      <a:headEnd type="none" w="sm" len="sm"/>
                      <a:tailEnd type="none" w="sm" len="sm"/>
                    </a:lnR>
                    <a:lnT w="28575" cap="flat" cmpd="sng">
                      <a:solidFill>
                        <a:srgbClr val="FFFFFF"/>
                      </a:solidFill>
                      <a:prstDash val="solid"/>
                      <a:round/>
                      <a:headEnd type="none" w="sm" len="sm"/>
                      <a:tailEnd type="none" w="sm" len="sm"/>
                    </a:lnT>
                    <a:lnB w="28575" cap="flat" cmpd="sng">
                      <a:solidFill>
                        <a:srgbClr val="FFFFFF"/>
                      </a:solidFill>
                      <a:prstDash val="solid"/>
                      <a:round/>
                      <a:headEnd type="none" w="sm" len="sm"/>
                      <a:tailEnd type="none" w="sm" len="sm"/>
                    </a:lnB>
                    <a:solidFill>
                      <a:srgbClr val="FFEFF4"/>
                    </a:solidFill>
                  </a:tcPr>
                </a:tc>
                <a:tc>
                  <a:txBody>
                    <a:bodyPr/>
                    <a:lstStyle/>
                    <a:p>
                      <a:pPr algn="l">
                        <a:defRPr sz="850" b="0"/>
                      </a:pPr>
                      <a:r>
                        <a:t>BOM / Finance</a:t>
                      </a:r>
                    </a:p>
                  </a:txBody>
                  <a:tcPr marL="36576" marR="36576" marT="36576" marB="36576" anchor="ctr">
                    <a:lnL w="28575" cap="flat" cmpd="sng">
                      <a:solidFill>
                        <a:srgbClr val="FFFFFF"/>
                      </a:solidFill>
                      <a:prstDash val="solid"/>
                      <a:round/>
                      <a:headEnd type="none" w="sm" len="sm"/>
                      <a:tailEnd type="none" w="sm" len="sm"/>
                    </a:lnL>
                    <a:lnR w="28575" cap="flat" cmpd="sng">
                      <a:solidFill>
                        <a:srgbClr val="FFFFFF"/>
                      </a:solidFill>
                      <a:prstDash val="solid"/>
                      <a:round/>
                      <a:headEnd type="none" w="sm" len="sm"/>
                      <a:tailEnd type="none" w="sm" len="sm"/>
                    </a:lnR>
                    <a:lnT w="28575" cap="flat" cmpd="sng">
                      <a:solidFill>
                        <a:srgbClr val="FFFFFF"/>
                      </a:solidFill>
                      <a:prstDash val="solid"/>
                      <a:round/>
                      <a:headEnd type="none" w="sm" len="sm"/>
                      <a:tailEnd type="none" w="sm" len="sm"/>
                    </a:lnT>
                    <a:lnB w="28575" cap="flat" cmpd="sng">
                      <a:solidFill>
                        <a:srgbClr val="FFFFFF"/>
                      </a:solidFill>
                      <a:prstDash val="solid"/>
                      <a:round/>
                      <a:headEnd type="none" w="sm" len="sm"/>
                      <a:tailEnd type="none" w="sm" len="sm"/>
                    </a:lnB>
                    <a:solidFill>
                      <a:srgbClr val="FFEFF4"/>
                    </a:solidFill>
                  </a:tcPr>
                </a:tc>
                <a:tc>
                  <a:txBody>
                    <a:bodyPr/>
                    <a:lstStyle/>
                    <a:p>
                      <a:pPr algn="ctr">
                        <a:defRPr sz="850" b="0"/>
                      </a:pPr>
                      <a:r>
                        <a:t>05/11</a:t>
                      </a:r>
                    </a:p>
                  </a:txBody>
                  <a:tcPr marL="36576" marR="36576" marT="36576" marB="36576" anchor="ctr">
                    <a:lnL w="28575" cap="flat" cmpd="sng">
                      <a:solidFill>
                        <a:srgbClr val="FFFFFF"/>
                      </a:solidFill>
                      <a:prstDash val="solid"/>
                      <a:round/>
                      <a:headEnd type="none" w="sm" len="sm"/>
                      <a:tailEnd type="none" w="sm" len="sm"/>
                    </a:lnL>
                    <a:lnR w="28575" cap="flat" cmpd="sng">
                      <a:solidFill>
                        <a:srgbClr val="FFFFFF"/>
                      </a:solidFill>
                      <a:prstDash val="solid"/>
                      <a:round/>
                      <a:headEnd type="none" w="sm" len="sm"/>
                      <a:tailEnd type="none" w="sm" len="sm"/>
                    </a:lnR>
                    <a:lnT w="28575" cap="flat" cmpd="sng">
                      <a:solidFill>
                        <a:srgbClr val="FFFFFF"/>
                      </a:solidFill>
                      <a:prstDash val="solid"/>
                      <a:round/>
                      <a:headEnd type="none" w="sm" len="sm"/>
                      <a:tailEnd type="none" w="sm" len="sm"/>
                    </a:lnT>
                    <a:lnB w="28575" cap="flat" cmpd="sng">
                      <a:solidFill>
                        <a:srgbClr val="FFFFFF"/>
                      </a:solidFill>
                      <a:prstDash val="solid"/>
                      <a:round/>
                      <a:headEnd type="none" w="sm" len="sm"/>
                      <a:tailEnd type="none" w="sm" len="sm"/>
                    </a:lnB>
                    <a:solidFill>
                      <a:srgbClr val="FFEFF4"/>
                    </a:solidFill>
                  </a:tcPr>
                </a:tc>
                <a:extLst>
                  <a:ext uri="{0D108BD9-81ED-4DB2-BD59-A6C34878D82A}">
                    <a16:rowId xmlns:a16="http://schemas.microsoft.com/office/drawing/2014/main" val="10001"/>
                  </a:ext>
                </a:extLst>
              </a:tr>
              <a:tr h="548650">
                <a:tc>
                  <a:txBody>
                    <a:bodyPr/>
                    <a:lstStyle/>
                    <a:p>
                      <a:pPr algn="l">
                        <a:defRPr sz="850" b="1"/>
                      </a:pPr>
                      <a:r>
                        <a:t>Hỗ trợ ký kết hợp đồng mạng lưới báo chí và đối tác dữ liệu</a:t>
                      </a:r>
                    </a:p>
                  </a:txBody>
                  <a:tcPr marL="36576" marR="36576" marT="36576" marB="36576" anchor="ctr">
                    <a:lnL w="28575" cap="flat" cmpd="sng">
                      <a:solidFill>
                        <a:srgbClr val="FFFFFF"/>
                      </a:solidFill>
                      <a:prstDash val="solid"/>
                      <a:round/>
                      <a:headEnd type="none" w="sm" len="sm"/>
                      <a:tailEnd type="none" w="sm" len="sm"/>
                    </a:lnL>
                    <a:lnR w="28575" cap="flat" cmpd="sng">
                      <a:solidFill>
                        <a:srgbClr val="FFFFFF"/>
                      </a:solidFill>
                      <a:prstDash val="solid"/>
                      <a:round/>
                      <a:headEnd type="none" w="sm" len="sm"/>
                      <a:tailEnd type="none" w="sm" len="sm"/>
                    </a:lnR>
                    <a:lnT w="28575" cap="flat" cmpd="sng">
                      <a:solidFill>
                        <a:srgbClr val="FFFFFF"/>
                      </a:solidFill>
                      <a:prstDash val="solid"/>
                      <a:round/>
                      <a:headEnd type="none" w="sm" len="sm"/>
                      <a:tailEnd type="none" w="sm" len="sm"/>
                    </a:lnT>
                    <a:lnB w="28575" cap="flat" cmpd="sng">
                      <a:solidFill>
                        <a:srgbClr val="FFFFFF"/>
                      </a:solidFill>
                      <a:prstDash val="solid"/>
                      <a:round/>
                      <a:headEnd type="none" w="sm" len="sm"/>
                      <a:tailEnd type="none" w="sm" len="sm"/>
                    </a:lnB>
                    <a:solidFill>
                      <a:srgbClr val="FFEFF4"/>
                    </a:solidFill>
                  </a:tcPr>
                </a:tc>
                <a:tc>
                  <a:txBody>
                    <a:bodyPr/>
                    <a:lstStyle/>
                    <a:p>
                      <a:pPr algn="l">
                        <a:defRPr sz="850" b="0"/>
                      </a:pPr>
                      <a:r>
                        <a:t>Pháp chế &amp; Mua hàng</a:t>
                      </a:r>
                    </a:p>
                  </a:txBody>
                  <a:tcPr marL="36576" marR="36576" marT="36576" marB="36576" anchor="ctr">
                    <a:lnL w="28575" cap="flat" cmpd="sng">
                      <a:solidFill>
                        <a:srgbClr val="FFFFFF"/>
                      </a:solidFill>
                      <a:prstDash val="solid"/>
                      <a:round/>
                      <a:headEnd type="none" w="sm" len="sm"/>
                      <a:tailEnd type="none" w="sm" len="sm"/>
                    </a:lnL>
                    <a:lnR w="28575" cap="flat" cmpd="sng">
                      <a:solidFill>
                        <a:srgbClr val="FFFFFF"/>
                      </a:solidFill>
                      <a:prstDash val="solid"/>
                      <a:round/>
                      <a:headEnd type="none" w="sm" len="sm"/>
                      <a:tailEnd type="none" w="sm" len="sm"/>
                    </a:lnR>
                    <a:lnT w="28575" cap="flat" cmpd="sng">
                      <a:solidFill>
                        <a:srgbClr val="FFFFFF"/>
                      </a:solidFill>
                      <a:prstDash val="solid"/>
                      <a:round/>
                      <a:headEnd type="none" w="sm" len="sm"/>
                      <a:tailEnd type="none" w="sm" len="sm"/>
                    </a:lnT>
                    <a:lnB w="28575" cap="flat" cmpd="sng">
                      <a:solidFill>
                        <a:srgbClr val="FFFFFF"/>
                      </a:solidFill>
                      <a:prstDash val="solid"/>
                      <a:round/>
                      <a:headEnd type="none" w="sm" len="sm"/>
                      <a:tailEnd type="none" w="sm" len="sm"/>
                    </a:lnB>
                    <a:solidFill>
                      <a:srgbClr val="FFEFF4"/>
                    </a:solidFill>
                  </a:tcPr>
                </a:tc>
                <a:tc>
                  <a:txBody>
                    <a:bodyPr/>
                    <a:lstStyle/>
                    <a:p>
                      <a:pPr algn="ctr">
                        <a:defRPr sz="850" b="0"/>
                      </a:pPr>
                      <a:r>
                        <a:t>08/11</a:t>
                      </a:r>
                    </a:p>
                  </a:txBody>
                  <a:tcPr marL="36576" marR="36576" marT="36576" marB="36576" anchor="ctr">
                    <a:lnL w="28575" cap="flat" cmpd="sng">
                      <a:solidFill>
                        <a:srgbClr val="FFFFFF"/>
                      </a:solidFill>
                      <a:prstDash val="solid"/>
                      <a:round/>
                      <a:headEnd type="none" w="sm" len="sm"/>
                      <a:tailEnd type="none" w="sm" len="sm"/>
                    </a:lnL>
                    <a:lnR w="28575" cap="flat" cmpd="sng">
                      <a:solidFill>
                        <a:srgbClr val="FFFFFF"/>
                      </a:solidFill>
                      <a:prstDash val="solid"/>
                      <a:round/>
                      <a:headEnd type="none" w="sm" len="sm"/>
                      <a:tailEnd type="none" w="sm" len="sm"/>
                    </a:lnR>
                    <a:lnT w="28575" cap="flat" cmpd="sng">
                      <a:solidFill>
                        <a:srgbClr val="FFFFFF"/>
                      </a:solidFill>
                      <a:prstDash val="solid"/>
                      <a:round/>
                      <a:headEnd type="none" w="sm" len="sm"/>
                      <a:tailEnd type="none" w="sm" len="sm"/>
                    </a:lnT>
                    <a:lnB w="28575" cap="flat" cmpd="sng">
                      <a:solidFill>
                        <a:srgbClr val="FFFFFF"/>
                      </a:solidFill>
                      <a:prstDash val="solid"/>
                      <a:round/>
                      <a:headEnd type="none" w="sm" len="sm"/>
                      <a:tailEnd type="none" w="sm" len="sm"/>
                    </a:lnB>
                    <a:solidFill>
                      <a:srgbClr val="FFEFF4"/>
                    </a:solidFill>
                  </a:tcPr>
                </a:tc>
                <a:extLst>
                  <a:ext uri="{0D108BD9-81ED-4DB2-BD59-A6C34878D82A}">
                    <a16:rowId xmlns:a16="http://schemas.microsoft.com/office/drawing/2014/main" val="10002"/>
                  </a:ext>
                </a:extLst>
              </a:tr>
              <a:tr h="548650">
                <a:tc>
                  <a:txBody>
                    <a:bodyPr/>
                    <a:lstStyle/>
                    <a:p>
                      <a:pPr algn="l">
                        <a:defRPr sz="850" b="1"/>
                      </a:pPr>
                      <a:r>
                        <a:t>Hoàn tất tuyển dụng 1 nhân sự Senior SEO Technical in-house</a:t>
                      </a:r>
                    </a:p>
                  </a:txBody>
                  <a:tcPr marL="36576" marR="36576" marT="36576" marB="36576" anchor="ctr">
                    <a:lnL w="28575" cap="flat" cmpd="sng">
                      <a:solidFill>
                        <a:srgbClr val="FFFFFF"/>
                      </a:solidFill>
                      <a:prstDash val="solid"/>
                      <a:round/>
                      <a:headEnd type="none" w="sm" len="sm"/>
                      <a:tailEnd type="none" w="sm" len="sm"/>
                    </a:lnL>
                    <a:lnR w="28575" cap="flat" cmpd="sng">
                      <a:solidFill>
                        <a:srgbClr val="FFFFFF"/>
                      </a:solidFill>
                      <a:prstDash val="solid"/>
                      <a:round/>
                      <a:headEnd type="none" w="sm" len="sm"/>
                      <a:tailEnd type="none" w="sm" len="sm"/>
                    </a:lnR>
                    <a:lnT w="28575" cap="flat" cmpd="sng">
                      <a:solidFill>
                        <a:srgbClr val="FFFFFF"/>
                      </a:solidFill>
                      <a:prstDash val="solid"/>
                      <a:round/>
                      <a:headEnd type="none" w="sm" len="sm"/>
                      <a:tailEnd type="none" w="sm" len="sm"/>
                    </a:lnT>
                    <a:lnB w="28575" cap="flat" cmpd="sng">
                      <a:solidFill>
                        <a:srgbClr val="FFFFFF"/>
                      </a:solidFill>
                      <a:prstDash val="solid"/>
                      <a:round/>
                      <a:headEnd type="none" w="sm" len="sm"/>
                      <a:tailEnd type="none" w="sm" len="sm"/>
                    </a:lnB>
                    <a:solidFill>
                      <a:srgbClr val="FFEFF4"/>
                    </a:solidFill>
                  </a:tcPr>
                </a:tc>
                <a:tc>
                  <a:txBody>
                    <a:bodyPr/>
                    <a:lstStyle/>
                    <a:p>
                      <a:pPr algn="l">
                        <a:defRPr sz="850" b="0"/>
                      </a:pPr>
                      <a:r>
                        <a:t>HR Talent Acquisition</a:t>
                      </a:r>
                    </a:p>
                  </a:txBody>
                  <a:tcPr marL="36576" marR="36576" marT="36576" marB="36576" anchor="ctr">
                    <a:lnL w="28575" cap="flat" cmpd="sng">
                      <a:solidFill>
                        <a:srgbClr val="FFFFFF"/>
                      </a:solidFill>
                      <a:prstDash val="solid"/>
                      <a:round/>
                      <a:headEnd type="none" w="sm" len="sm"/>
                      <a:tailEnd type="none" w="sm" len="sm"/>
                    </a:lnL>
                    <a:lnR w="28575" cap="flat" cmpd="sng">
                      <a:solidFill>
                        <a:srgbClr val="FFFFFF"/>
                      </a:solidFill>
                      <a:prstDash val="solid"/>
                      <a:round/>
                      <a:headEnd type="none" w="sm" len="sm"/>
                      <a:tailEnd type="none" w="sm" len="sm"/>
                    </a:lnR>
                    <a:lnT w="28575" cap="flat" cmpd="sng">
                      <a:solidFill>
                        <a:srgbClr val="FFFFFF"/>
                      </a:solidFill>
                      <a:prstDash val="solid"/>
                      <a:round/>
                      <a:headEnd type="none" w="sm" len="sm"/>
                      <a:tailEnd type="none" w="sm" len="sm"/>
                    </a:lnT>
                    <a:lnB w="28575" cap="flat" cmpd="sng">
                      <a:solidFill>
                        <a:srgbClr val="FFFFFF"/>
                      </a:solidFill>
                      <a:prstDash val="solid"/>
                      <a:round/>
                      <a:headEnd type="none" w="sm" len="sm"/>
                      <a:tailEnd type="none" w="sm" len="sm"/>
                    </a:lnB>
                    <a:solidFill>
                      <a:srgbClr val="FFEFF4"/>
                    </a:solidFill>
                  </a:tcPr>
                </a:tc>
                <a:tc>
                  <a:txBody>
                    <a:bodyPr/>
                    <a:lstStyle/>
                    <a:p>
                      <a:pPr algn="ctr">
                        <a:defRPr sz="850" b="0"/>
                      </a:pPr>
                      <a:r>
                        <a:t>15/11</a:t>
                      </a:r>
                    </a:p>
                  </a:txBody>
                  <a:tcPr marL="36576" marR="36576" marT="36576" marB="36576" anchor="ctr">
                    <a:lnL w="28575" cap="flat" cmpd="sng">
                      <a:solidFill>
                        <a:srgbClr val="FFFFFF"/>
                      </a:solidFill>
                      <a:prstDash val="solid"/>
                      <a:round/>
                      <a:headEnd type="none" w="sm" len="sm"/>
                      <a:tailEnd type="none" w="sm" len="sm"/>
                    </a:lnL>
                    <a:lnR w="28575" cap="flat" cmpd="sng">
                      <a:solidFill>
                        <a:srgbClr val="FFFFFF"/>
                      </a:solidFill>
                      <a:prstDash val="solid"/>
                      <a:round/>
                      <a:headEnd type="none" w="sm" len="sm"/>
                      <a:tailEnd type="none" w="sm" len="sm"/>
                    </a:lnR>
                    <a:lnT w="28575" cap="flat" cmpd="sng">
                      <a:solidFill>
                        <a:srgbClr val="FFFFFF"/>
                      </a:solidFill>
                      <a:prstDash val="solid"/>
                      <a:round/>
                      <a:headEnd type="none" w="sm" len="sm"/>
                      <a:tailEnd type="none" w="sm" len="sm"/>
                    </a:lnT>
                    <a:lnB w="28575" cap="flat" cmpd="sng">
                      <a:solidFill>
                        <a:srgbClr val="FFFFFF"/>
                      </a:solidFill>
                      <a:prstDash val="solid"/>
                      <a:round/>
                      <a:headEnd type="none" w="sm" len="sm"/>
                      <a:tailEnd type="none" w="sm" len="sm"/>
                    </a:lnB>
                    <a:solidFill>
                      <a:srgbClr val="FFEFF4"/>
                    </a:solidFill>
                  </a:tcPr>
                </a:tc>
                <a:extLst>
                  <a:ext uri="{0D108BD9-81ED-4DB2-BD59-A6C34878D82A}">
                    <a16:rowId xmlns:a16="http://schemas.microsoft.com/office/drawing/2014/main" val="10003"/>
                  </a:ext>
                </a:extLst>
              </a:tr>
            </a:tbl>
          </a:graphicData>
        </a:graphic>
      </p:graphicFrame>
      <p:sp>
        <p:nvSpPr>
          <p:cNvPr id="634" name="Google Shape;634;h19034d514f5d6f97_0_2164"/>
          <p:cNvSpPr/>
          <p:nvPr/>
        </p:nvSpPr>
        <p:spPr>
          <a:xfrm>
            <a:off x="5966460" y="4251960"/>
            <a:ext cx="2832300" cy="377100"/>
          </a:xfrm>
          <a:prstGeom prst="rect">
            <a:avLst/>
          </a:prstGeom>
          <a:noFill/>
          <a:ln>
            <a:noFill/>
          </a:ln>
        </p:spPr>
        <p:txBody>
          <a:bodyPr spcFirstLastPara="1" wrap="square" lIns="0" tIns="0" rIns="0" bIns="0" anchor="t" anchorCtr="0">
            <a:noAutofit/>
          </a:bodyPr>
          <a:lstStyle/>
          <a:p>
            <a:pPr>
              <a:defRPr sz="950">
                <a:solidFill>
                  <a:srgbClr val="5C5060"/>
                </a:solidFill>
              </a:defRPr>
            </a:pPr>
            <a:r>
              <a:t>Lưu ý: Việc phê duyệt ngân sách và ký kết hợp đồng trước 05/11 quyết định khả năng đạt vị thế Top 5.5 Google trước mùa phim Tết 2027.</a:t>
            </a: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256</TotalTime>
  <Words>3968</Words>
  <Application>Microsoft Office PowerPoint</Application>
  <PresentationFormat>On-screen Show (16:9)</PresentationFormat>
  <Paragraphs>639</Paragraphs>
  <Slides>23</Slides>
  <Notes>23</Notes>
  <HiddenSlides>0</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23</vt:i4>
      </vt:variant>
    </vt:vector>
  </HeadingPairs>
  <TitlesOfParts>
    <vt:vector size="33" baseType="lpstr">
      <vt:lpstr>Momo Trust Display</vt:lpstr>
      <vt:lpstr>Inter Tight</vt:lpstr>
      <vt:lpstr>Inter</vt:lpstr>
      <vt:lpstr>Arial</vt:lpstr>
      <vt:lpstr>Inter SemiBold</vt:lpstr>
      <vt:lpstr>Momo Trust Sans</vt:lpstr>
      <vt:lpstr>Momo Trust Sans SemiBold</vt:lpstr>
      <vt:lpstr>Calibri</vt:lpstr>
      <vt:lpstr>Office Theme</vt:lpstr>
      <vt:lpstr>Simple Light</vt:lpstr>
      <vt:lpstr>Nguyên tắc thiết kế/xây dựng báo cáo </vt:lpstr>
      <vt:lpstr>PowerPoint Presentation</vt:lpstr>
      <vt:lpstr>PowerPoint Presentation</vt:lpstr>
      <vt:lpstr>PowerPoint Presentation</vt:lpstr>
      <vt:lpstr>PowerPoint Presentation</vt:lpstr>
      <vt:lpstr>Template slide tham khảo Anh/Chị có thể tùy chọn mẫu phù hợp với bài báo cáo của mình.  </vt:lpstr>
      <vt:lpstr>PowerPoint Presentation</vt:lpstr>
      <vt:lpstr>Table of Contents</vt:lpstr>
      <vt:lpstr>Execution summary</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PptxGenJS</dc:creator>
  <cp:lastModifiedBy>NGUYỄN THỊ KIM TUYỀN - GPD</cp:lastModifiedBy>
  <cp:revision>2</cp:revision>
  <dcterms:created xsi:type="dcterms:W3CDTF">2026-10-22T10:38:27Z</dcterms:created>
  <dcterms:modified xsi:type="dcterms:W3CDTF">2026-10-29T07:42:32Z</dcterms:modified>
</cp:coreProperties>
</file>